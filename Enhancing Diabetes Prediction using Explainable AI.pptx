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816">
          <p15:clr>
            <a:srgbClr val="A4A3A4"/>
          </p15:clr>
        </p15:guide>
        <p15:guide id="2" orient="horz" pos="384">
          <p15:clr>
            <a:srgbClr val="A4A3A4"/>
          </p15:clr>
        </p15:guide>
      </p15:sldGuideLst>
    </p:ext>
    <p:ext uri="GoogleSlidesCustomDataVersion2">
      <go:slidesCustomData xmlns:go="http://customooxmlschemas.google.com/" r:id="rId22" roundtripDataSignature="AMtx7mitPWhPSD+pIsIyWLPZ+t1iCf1n/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9244701-C0E9-4F19-BB65-4946F53F6CC0}">
  <a:tblStyle styleId="{E9244701-C0E9-4F19-BB65-4946F53F6CC0}" styleName="Table_0">
    <a:wholeTbl>
      <a:tcTxStyle b="off" i="off">
        <a:font>
          <a:latin typeface="Daytona Condensed Light"/>
          <a:ea typeface="Daytona Condensed Light"/>
          <a:cs typeface="Daytona Condensed Light"/>
        </a:font>
        <a:schemeClr val="dk1"/>
      </a:tcTxStyle>
      <a:tcStyle>
        <a:tcBdr>
          <a:left>
            <a:ln cap="flat" cmpd="sng" w="12700">
              <a:solidFill>
                <a:schemeClr val="accent1"/>
              </a:solidFill>
              <a:prstDash val="solid"/>
              <a:round/>
              <a:headEnd len="sm" w="sm" type="none"/>
              <a:tailEnd len="sm" w="sm" type="none"/>
            </a:ln>
          </a:left>
          <a:right>
            <a:ln cap="flat" cmpd="sng" w="12700">
              <a:solidFill>
                <a:schemeClr val="accent1"/>
              </a:solidFill>
              <a:prstDash val="solid"/>
              <a:round/>
              <a:headEnd len="sm" w="sm" type="none"/>
              <a:tailEnd len="sm" w="sm" type="none"/>
            </a:ln>
          </a:right>
          <a:top>
            <a:ln cap="flat" cmpd="sng" w="12700">
              <a:solidFill>
                <a:schemeClr val="accent1"/>
              </a:solidFill>
              <a:prstDash val="solid"/>
              <a:round/>
              <a:headEnd len="sm" w="sm" type="none"/>
              <a:tailEnd len="sm" w="sm" type="none"/>
            </a:ln>
          </a:top>
          <a:bottom>
            <a:ln cap="flat" cmpd="sng" w="12700">
              <a:solidFill>
                <a:schemeClr val="accent1"/>
              </a:solidFill>
              <a:prstDash val="solid"/>
              <a:round/>
              <a:headEnd len="sm" w="sm" type="none"/>
              <a:tailEnd len="sm" w="sm" type="none"/>
            </a:ln>
          </a:bottom>
          <a:insideH>
            <a:ln cap="flat" cmpd="sng" w="12700">
              <a:solidFill>
                <a:schemeClr val="accent1"/>
              </a:solidFill>
              <a:prstDash val="solid"/>
              <a:round/>
              <a:headEnd len="sm" w="sm" type="none"/>
              <a:tailEnd len="sm" w="sm" type="none"/>
            </a:ln>
          </a:insideH>
          <a:insideV>
            <a:ln cap="flat" cmpd="sng" w="12700">
              <a:solidFill>
                <a:schemeClr val="accent1"/>
              </a:solidFill>
              <a:prstDash val="solid"/>
              <a:round/>
              <a:headEnd len="sm" w="sm" type="none"/>
              <a:tailEnd len="sm" w="sm" type="none"/>
            </a:ln>
          </a:insideV>
        </a:tcBdr>
        <a:fill>
          <a:solidFill>
            <a:srgbClr val="FFFFFF">
              <a:alpha val="0"/>
            </a:srgbClr>
          </a:solidFill>
        </a:fill>
      </a:tcStyle>
    </a:wholeTbl>
    <a:band1H>
      <a:tcTxStyle/>
      <a:tcStyle>
        <a:fill>
          <a:solidFill>
            <a:schemeClr val="accent1">
              <a:alpha val="20000"/>
            </a:schemeClr>
          </a:solidFill>
        </a:fill>
      </a:tcStyle>
    </a:band1H>
    <a:band2H>
      <a:tcTxStyle/>
    </a:band2H>
    <a:band1V>
      <a:tcTxStyle/>
      <a:tcStyle>
        <a:fill>
          <a:solidFill>
            <a:schemeClr val="accent1">
              <a:alpha val="20000"/>
            </a:schemeClr>
          </a:solidFill>
        </a:fill>
      </a:tcStyle>
    </a:band1V>
    <a:band2V>
      <a:tcTxStyle/>
    </a:band2V>
    <a:lastCol>
      <a:tcTxStyle b="on" i="off"/>
    </a:lastCol>
    <a:firstCol>
      <a:tcTxStyle b="on" i="off"/>
    </a:firstCol>
    <a:lastRow>
      <a:tcTxStyle b="on" i="off"/>
      <a:tcStyle>
        <a:tcBdr>
          <a:top>
            <a:ln cap="flat" cmpd="sng" w="50800">
              <a:solidFill>
                <a:schemeClr val="accent1"/>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25400">
              <a:solidFill>
                <a:schemeClr val="accent1"/>
              </a:solidFill>
              <a:prstDash val="solid"/>
              <a:round/>
              <a:headEnd len="sm" w="sm" type="none"/>
              <a:tailEnd len="sm" w="sm" type="none"/>
            </a:ln>
          </a:bottom>
        </a:tcBdr>
        <a:fill>
          <a:solidFill>
            <a:srgbClr val="FFFFFF">
              <a:alpha val="0"/>
            </a:srgbClr>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816"/>
        <p:guide pos="384"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customschemas.google.com/relationships/presentationmetadata" Target="metadata"/><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blipFill>
          <a:blip r:embed="rId2">
            <a:alphaModFix/>
          </a:blip>
          <a:stretch>
            <a:fillRect/>
          </a:stretch>
        </a:blipFill>
      </p:bgPr>
    </p:bg>
    <p:spTree>
      <p:nvGrpSpPr>
        <p:cNvPr id="13" name="Shape 13"/>
        <p:cNvGrpSpPr/>
        <p:nvPr/>
      </p:nvGrpSpPr>
      <p:grpSpPr>
        <a:xfrm>
          <a:off x="0" y="0"/>
          <a:ext cx="0" cy="0"/>
          <a:chOff x="0" y="0"/>
          <a:chExt cx="0" cy="0"/>
        </a:xfrm>
      </p:grpSpPr>
      <p:sp>
        <p:nvSpPr>
          <p:cNvPr id="14" name="Google Shape;14;p17"/>
          <p:cNvSpPr/>
          <p:nvPr/>
        </p:nvSpPr>
        <p:spPr>
          <a:xfrm>
            <a:off x="0" y="0"/>
            <a:ext cx="12192000" cy="6858000"/>
          </a:xfrm>
          <a:custGeom>
            <a:rect b="b" l="l" r="r" t="t"/>
            <a:pathLst>
              <a:path extrusionOk="0" h="6858000" w="12192000">
                <a:moveTo>
                  <a:pt x="304800" y="266701"/>
                </a:moveTo>
                <a:lnTo>
                  <a:pt x="304800" y="6591300"/>
                </a:lnTo>
                <a:lnTo>
                  <a:pt x="11887200" y="6591300"/>
                </a:lnTo>
                <a:lnTo>
                  <a:pt x="11887200" y="266701"/>
                </a:lnTo>
                <a:close/>
                <a:moveTo>
                  <a:pt x="0" y="0"/>
                </a:moveTo>
                <a:lnTo>
                  <a:pt x="12192000" y="0"/>
                </a:lnTo>
                <a:lnTo>
                  <a:pt x="12192000" y="6858000"/>
                </a:lnTo>
                <a:lnTo>
                  <a:pt x="0" y="6858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5" name="Google Shape;15;p17"/>
          <p:cNvSpPr txBox="1"/>
          <p:nvPr>
            <p:ph type="title"/>
          </p:nvPr>
        </p:nvSpPr>
        <p:spPr>
          <a:xfrm>
            <a:off x="838200" y="1417320"/>
            <a:ext cx="10515600" cy="4023360"/>
          </a:xfrm>
          <a:prstGeom prst="rect">
            <a:avLst/>
          </a:prstGeom>
          <a:noFill/>
          <a:ln>
            <a:noFill/>
          </a:ln>
        </p:spPr>
        <p:txBody>
          <a:bodyPr anchorCtr="0" anchor="ctr" bIns="0" lIns="0" spcFirstLastPara="1" rIns="0" wrap="square" tIns="0">
            <a:noAutofit/>
          </a:bodyPr>
          <a:lstStyle>
            <a:lvl1pPr lvl="0" algn="ctr">
              <a:lnSpc>
                <a:spcPct val="90000"/>
              </a:lnSpc>
              <a:spcBef>
                <a:spcPts val="0"/>
              </a:spcBef>
              <a:spcAft>
                <a:spcPts val="0"/>
              </a:spcAft>
              <a:buClr>
                <a:schemeClr val="dk1"/>
              </a:buClr>
              <a:buSzPts val="5400"/>
              <a:buFont typeface="Arial"/>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17"/>
          <p:cNvSpPr txBox="1"/>
          <p:nvPr>
            <p:ph idx="1" type="subTitle"/>
          </p:nvPr>
        </p:nvSpPr>
        <p:spPr>
          <a:xfrm>
            <a:off x="1524000" y="6044184"/>
            <a:ext cx="9144000" cy="356616"/>
          </a:xfrm>
          <a:prstGeom prst="rect">
            <a:avLst/>
          </a:prstGeom>
          <a:noFill/>
          <a:ln>
            <a:noFill/>
          </a:ln>
        </p:spPr>
        <p:txBody>
          <a:bodyPr anchorCtr="0" anchor="t" bIns="0" lIns="0" spcFirstLastPara="1" rIns="0" wrap="square" tIns="0">
            <a:noAutofit/>
          </a:bodyPr>
          <a:lstStyle>
            <a:lvl1pPr lvl="0" algn="ctr">
              <a:lnSpc>
                <a:spcPct val="100000"/>
              </a:lnSpc>
              <a:spcBef>
                <a:spcPts val="1000"/>
              </a:spcBef>
              <a:spcAft>
                <a:spcPts val="0"/>
              </a:spcAft>
              <a:buSzPts val="2400"/>
              <a:buNone/>
              <a:defRPr sz="2400" cap="none"/>
            </a:lvl1pPr>
            <a:lvl2pPr lvl="1" algn="ctr">
              <a:lnSpc>
                <a:spcPct val="100000"/>
              </a:lnSpc>
              <a:spcBef>
                <a:spcPts val="500"/>
              </a:spcBef>
              <a:spcAft>
                <a:spcPts val="0"/>
              </a:spcAft>
              <a:buSzPts val="2000"/>
              <a:buNone/>
              <a:defRPr sz="2000"/>
            </a:lvl2pPr>
            <a:lvl3pPr lvl="2" algn="ctr">
              <a:lnSpc>
                <a:spcPct val="100000"/>
              </a:lnSpc>
              <a:spcBef>
                <a:spcPts val="500"/>
              </a:spcBef>
              <a:spcAft>
                <a:spcPts val="0"/>
              </a:spcAft>
              <a:buSzPts val="1800"/>
              <a:buNone/>
              <a:defRPr sz="1800"/>
            </a:lvl3pPr>
            <a:lvl4pPr lvl="3" algn="ctr">
              <a:lnSpc>
                <a:spcPct val="100000"/>
              </a:lnSpc>
              <a:spcBef>
                <a:spcPts val="500"/>
              </a:spcBef>
              <a:spcAft>
                <a:spcPts val="0"/>
              </a:spcAft>
              <a:buSzPts val="1600"/>
              <a:buNone/>
              <a:defRPr sz="1600"/>
            </a:lvl4pPr>
            <a:lvl5pPr lvl="4" algn="ctr">
              <a:lnSpc>
                <a:spcPct val="10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7" name="Google Shape;17;p17"/>
          <p:cNvSpPr/>
          <p:nvPr/>
        </p:nvSpPr>
        <p:spPr>
          <a:xfrm>
            <a:off x="5891213" y="5628222"/>
            <a:ext cx="409575" cy="8830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image right">
  <p:cSld name="Title and content with image right">
    <p:spTree>
      <p:nvGrpSpPr>
        <p:cNvPr id="18" name="Shape 18"/>
        <p:cNvGrpSpPr/>
        <p:nvPr/>
      </p:nvGrpSpPr>
      <p:grpSpPr>
        <a:xfrm>
          <a:off x="0" y="0"/>
          <a:ext cx="0" cy="0"/>
          <a:chOff x="0" y="0"/>
          <a:chExt cx="0" cy="0"/>
        </a:xfrm>
      </p:grpSpPr>
      <p:sp>
        <p:nvSpPr>
          <p:cNvPr id="19" name="Google Shape;19;p18"/>
          <p:cNvSpPr/>
          <p:nvPr/>
        </p:nvSpPr>
        <p:spPr>
          <a:xfrm>
            <a:off x="8610600" y="0"/>
            <a:ext cx="3581400" cy="6858000"/>
          </a:xfrm>
          <a:custGeom>
            <a:rect b="b" l="l" r="r" t="t"/>
            <a:pathLst>
              <a:path extrusionOk="0" h="6858000" w="3581400">
                <a:moveTo>
                  <a:pt x="0" y="0"/>
                </a:moveTo>
                <a:lnTo>
                  <a:pt x="3581400" y="0"/>
                </a:lnTo>
                <a:lnTo>
                  <a:pt x="3581400" y="6858000"/>
                </a:lnTo>
                <a:lnTo>
                  <a:pt x="0" y="6858000"/>
                </a:lnTo>
                <a:lnTo>
                  <a:pt x="0" y="6172201"/>
                </a:lnTo>
                <a:lnTo>
                  <a:pt x="2971800" y="6172201"/>
                </a:lnTo>
                <a:lnTo>
                  <a:pt x="2971800" y="685800"/>
                </a:lnTo>
                <a:lnTo>
                  <a:pt x="0" y="6858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0" name="Google Shape;20;p18"/>
          <p:cNvSpPr txBox="1"/>
          <p:nvPr>
            <p:ph type="title"/>
          </p:nvPr>
        </p:nvSpPr>
        <p:spPr>
          <a:xfrm>
            <a:off x="1280160" y="1097280"/>
            <a:ext cx="4114800" cy="2286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8"/>
          <p:cNvSpPr txBox="1"/>
          <p:nvPr>
            <p:ph idx="1" type="body"/>
          </p:nvPr>
        </p:nvSpPr>
        <p:spPr>
          <a:xfrm>
            <a:off x="1280160" y="3566160"/>
            <a:ext cx="4114800" cy="2651760"/>
          </a:xfrm>
          <a:prstGeom prst="rect">
            <a:avLst/>
          </a:prstGeom>
          <a:noFill/>
          <a:ln>
            <a:noFill/>
          </a:ln>
        </p:spPr>
        <p:txBody>
          <a:bodyPr anchorCtr="0" anchor="t" bIns="0" lIns="0" spcFirstLastPara="1" rIns="0" wrap="square" tIns="0">
            <a:normAutofit/>
          </a:bodyPr>
          <a:lstStyle>
            <a:lvl1pPr indent="-381000" lvl="0" marL="457200" algn="l">
              <a:lnSpc>
                <a:spcPct val="100000"/>
              </a:lnSpc>
              <a:spcBef>
                <a:spcPts val="1400"/>
              </a:spcBef>
              <a:spcAft>
                <a:spcPts val="0"/>
              </a:spcAft>
              <a:buClr>
                <a:schemeClr val="accent1"/>
              </a:buClr>
              <a:buSzPts val="2400"/>
              <a:buFont typeface="Courier New"/>
              <a:buChar char="o"/>
              <a:defRPr sz="2400" cap="none"/>
            </a:lvl1pPr>
            <a:lvl2pPr indent="-355600" lvl="1" marL="914400" algn="l">
              <a:lnSpc>
                <a:spcPct val="100000"/>
              </a:lnSpc>
              <a:spcBef>
                <a:spcPts val="500"/>
              </a:spcBef>
              <a:spcAft>
                <a:spcPts val="0"/>
              </a:spcAft>
              <a:buSzPts val="2000"/>
              <a:buChar char="o"/>
              <a:defRPr/>
            </a:lvl2pPr>
            <a:lvl3pPr indent="-342900" lvl="2" marL="1371600" algn="l">
              <a:lnSpc>
                <a:spcPct val="100000"/>
              </a:lnSpc>
              <a:spcBef>
                <a:spcPts val="500"/>
              </a:spcBef>
              <a:spcAft>
                <a:spcPts val="0"/>
              </a:spcAft>
              <a:buSzPts val="1800"/>
              <a:buChar char="o"/>
              <a:defRPr/>
            </a:lvl3pPr>
            <a:lvl4pPr indent="-330200" lvl="3" marL="1828800" algn="l">
              <a:lnSpc>
                <a:spcPct val="100000"/>
              </a:lnSpc>
              <a:spcBef>
                <a:spcPts val="500"/>
              </a:spcBef>
              <a:spcAft>
                <a:spcPts val="0"/>
              </a:spcAft>
              <a:buSzPts val="1600"/>
              <a:buChar char="o"/>
              <a:defRPr/>
            </a:lvl4pPr>
            <a:lvl5pPr indent="-317500" lvl="4" marL="2286000" algn="l">
              <a:lnSpc>
                <a:spcPct val="100000"/>
              </a:lnSpc>
              <a:spcBef>
                <a:spcPts val="500"/>
              </a:spcBef>
              <a:spcAft>
                <a:spcPts val="0"/>
              </a:spcAft>
              <a:buSzPts val="1400"/>
              <a:buChar char="o"/>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18"/>
          <p:cNvSpPr/>
          <p:nvPr>
            <p:ph idx="2" type="pic"/>
          </p:nvPr>
        </p:nvSpPr>
        <p:spPr>
          <a:xfrm>
            <a:off x="5687568" y="1435608"/>
            <a:ext cx="5897880" cy="3977640"/>
          </a:xfrm>
          <a:prstGeom prst="rect">
            <a:avLst/>
          </a:prstGeom>
          <a:noFill/>
          <a:ln>
            <a:noFill/>
          </a:ln>
        </p:spPr>
      </p:sp>
      <p:sp>
        <p:nvSpPr>
          <p:cNvPr id="23" name="Google Shape;23;p18"/>
          <p:cNvSpPr txBox="1"/>
          <p:nvPr>
            <p:ph idx="12" type="sldNum"/>
          </p:nvPr>
        </p:nvSpPr>
        <p:spPr>
          <a:xfrm>
            <a:off x="420624" y="6019801"/>
            <a:ext cx="457200" cy="18415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cxnSp>
        <p:nvCxnSpPr>
          <p:cNvPr id="24" name="Google Shape;24;p18"/>
          <p:cNvCxnSpPr/>
          <p:nvPr/>
        </p:nvCxnSpPr>
        <p:spPr>
          <a:xfrm>
            <a:off x="1295400" y="822960"/>
            <a:ext cx="411480" cy="0"/>
          </a:xfrm>
          <a:prstGeom prst="straightConnector1">
            <a:avLst/>
          </a:prstGeom>
          <a:noFill/>
          <a:ln cap="flat" cmpd="sng" w="88900">
            <a:solidFill>
              <a:schemeClr val="accent1"/>
            </a:solidFill>
            <a:prstDash val="solid"/>
            <a:miter lim="800000"/>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picture">
  <p:cSld name="Title + subtitle + picture">
    <p:spTree>
      <p:nvGrpSpPr>
        <p:cNvPr id="25" name="Shape 25"/>
        <p:cNvGrpSpPr/>
        <p:nvPr/>
      </p:nvGrpSpPr>
      <p:grpSpPr>
        <a:xfrm>
          <a:off x="0" y="0"/>
          <a:ext cx="0" cy="0"/>
          <a:chOff x="0" y="0"/>
          <a:chExt cx="0" cy="0"/>
        </a:xfrm>
      </p:grpSpPr>
      <p:sp>
        <p:nvSpPr>
          <p:cNvPr id="26" name="Google Shape;26;p19"/>
          <p:cNvSpPr txBox="1"/>
          <p:nvPr>
            <p:ph type="ctrTitle"/>
          </p:nvPr>
        </p:nvSpPr>
        <p:spPr>
          <a:xfrm>
            <a:off x="841248" y="2697480"/>
            <a:ext cx="10515600" cy="2606040"/>
          </a:xfrm>
          <a:prstGeom prst="rect">
            <a:avLst/>
          </a:prstGeom>
          <a:noFill/>
          <a:ln>
            <a:noFill/>
          </a:ln>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5400"/>
              <a:buFont typeface="Arial"/>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9"/>
          <p:cNvSpPr txBox="1"/>
          <p:nvPr>
            <p:ph idx="1" type="subTitle"/>
          </p:nvPr>
        </p:nvSpPr>
        <p:spPr>
          <a:xfrm>
            <a:off x="841248" y="6044184"/>
            <a:ext cx="10515600" cy="457200"/>
          </a:xfrm>
          <a:prstGeom prst="rect">
            <a:avLst/>
          </a:prstGeom>
          <a:noFill/>
          <a:ln>
            <a:noFill/>
          </a:ln>
        </p:spPr>
        <p:txBody>
          <a:bodyPr anchorCtr="0" anchor="t" bIns="0" lIns="0" spcFirstLastPara="1" rIns="0" wrap="square" tIns="0">
            <a:normAutofit/>
          </a:bodyPr>
          <a:lstStyle>
            <a:lvl1pPr lvl="0" algn="ctr">
              <a:lnSpc>
                <a:spcPct val="100000"/>
              </a:lnSpc>
              <a:spcBef>
                <a:spcPts val="1000"/>
              </a:spcBef>
              <a:spcAft>
                <a:spcPts val="0"/>
              </a:spcAft>
              <a:buSzPts val="2400"/>
              <a:buNone/>
              <a:defRPr sz="2400"/>
            </a:lvl1pPr>
            <a:lvl2pPr lvl="1" algn="ctr">
              <a:lnSpc>
                <a:spcPct val="100000"/>
              </a:lnSpc>
              <a:spcBef>
                <a:spcPts val="500"/>
              </a:spcBef>
              <a:spcAft>
                <a:spcPts val="0"/>
              </a:spcAft>
              <a:buSzPts val="2000"/>
              <a:buNone/>
              <a:defRPr sz="2000"/>
            </a:lvl2pPr>
            <a:lvl3pPr lvl="2" algn="ctr">
              <a:lnSpc>
                <a:spcPct val="100000"/>
              </a:lnSpc>
              <a:spcBef>
                <a:spcPts val="500"/>
              </a:spcBef>
              <a:spcAft>
                <a:spcPts val="0"/>
              </a:spcAft>
              <a:buSzPts val="1800"/>
              <a:buNone/>
              <a:defRPr sz="1800"/>
            </a:lvl3pPr>
            <a:lvl4pPr lvl="3" algn="ctr">
              <a:lnSpc>
                <a:spcPct val="100000"/>
              </a:lnSpc>
              <a:spcBef>
                <a:spcPts val="500"/>
              </a:spcBef>
              <a:spcAft>
                <a:spcPts val="0"/>
              </a:spcAft>
              <a:buSzPts val="1600"/>
              <a:buNone/>
              <a:defRPr sz="1600"/>
            </a:lvl4pPr>
            <a:lvl5pPr lvl="4" algn="ctr">
              <a:lnSpc>
                <a:spcPct val="10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8" name="Google Shape;28;p19"/>
          <p:cNvSpPr/>
          <p:nvPr>
            <p:ph idx="2" type="pic"/>
          </p:nvPr>
        </p:nvSpPr>
        <p:spPr>
          <a:xfrm>
            <a:off x="0" y="0"/>
            <a:ext cx="12188952" cy="2368296"/>
          </a:xfrm>
          <a:prstGeom prst="rect">
            <a:avLst/>
          </a:prstGeom>
          <a:noFill/>
          <a:ln>
            <a:noFill/>
          </a:ln>
        </p:spPr>
      </p:sp>
      <p:sp>
        <p:nvSpPr>
          <p:cNvPr id="29" name="Google Shape;29;p19"/>
          <p:cNvSpPr/>
          <p:nvPr/>
        </p:nvSpPr>
        <p:spPr>
          <a:xfrm>
            <a:off x="5891213" y="5628222"/>
            <a:ext cx="409575" cy="8830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p:cSld name="Title + subtitle">
    <p:spTree>
      <p:nvGrpSpPr>
        <p:cNvPr id="30" name="Shape 30"/>
        <p:cNvGrpSpPr/>
        <p:nvPr/>
      </p:nvGrpSpPr>
      <p:grpSpPr>
        <a:xfrm>
          <a:off x="0" y="0"/>
          <a:ext cx="0" cy="0"/>
          <a:chOff x="0" y="0"/>
          <a:chExt cx="0" cy="0"/>
        </a:xfrm>
      </p:grpSpPr>
      <p:sp>
        <p:nvSpPr>
          <p:cNvPr id="31" name="Google Shape;31;p20"/>
          <p:cNvSpPr/>
          <p:nvPr/>
        </p:nvSpPr>
        <p:spPr>
          <a:xfrm>
            <a:off x="0" y="0"/>
            <a:ext cx="12192000" cy="4457700"/>
          </a:xfrm>
          <a:custGeom>
            <a:rect b="b" l="l" r="r" t="t"/>
            <a:pathLst>
              <a:path extrusionOk="0" h="4457700" w="12192000">
                <a:moveTo>
                  <a:pt x="0" y="0"/>
                </a:moveTo>
                <a:lnTo>
                  <a:pt x="12192000" y="0"/>
                </a:lnTo>
                <a:lnTo>
                  <a:pt x="12192000" y="4457700"/>
                </a:lnTo>
                <a:lnTo>
                  <a:pt x="11563350" y="4457700"/>
                </a:lnTo>
                <a:lnTo>
                  <a:pt x="11563350" y="685800"/>
                </a:lnTo>
                <a:lnTo>
                  <a:pt x="628650" y="685800"/>
                </a:lnTo>
                <a:lnTo>
                  <a:pt x="628650" y="4457700"/>
                </a:lnTo>
                <a:lnTo>
                  <a:pt x="0" y="44577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32" name="Google Shape;32;p20"/>
          <p:cNvSpPr txBox="1"/>
          <p:nvPr>
            <p:ph type="ctrTitle"/>
          </p:nvPr>
        </p:nvSpPr>
        <p:spPr>
          <a:xfrm>
            <a:off x="978408" y="1143000"/>
            <a:ext cx="10241280" cy="2286000"/>
          </a:xfrm>
          <a:prstGeom prst="rect">
            <a:avLst/>
          </a:prstGeom>
          <a:noFill/>
          <a:ln>
            <a:noFill/>
          </a:ln>
        </p:spPr>
        <p:txBody>
          <a:bodyPr anchorCtr="0" anchor="b" bIns="0" lIns="0" spcFirstLastPara="1" rIns="0" wrap="square" tIns="0">
            <a:noAutofit/>
          </a:bodyPr>
          <a:lstStyle>
            <a:lvl1pPr lvl="0" algn="ctr">
              <a:lnSpc>
                <a:spcPct val="90000"/>
              </a:lnSpc>
              <a:spcBef>
                <a:spcPts val="0"/>
              </a:spcBef>
              <a:spcAft>
                <a:spcPts val="0"/>
              </a:spcAft>
              <a:buClr>
                <a:schemeClr val="dk1"/>
              </a:buClr>
              <a:buSzPts val="5400"/>
              <a:buFont typeface="Arial"/>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0"/>
          <p:cNvSpPr txBox="1"/>
          <p:nvPr>
            <p:ph idx="1" type="subTitle"/>
          </p:nvPr>
        </p:nvSpPr>
        <p:spPr>
          <a:xfrm>
            <a:off x="2075688" y="3803904"/>
            <a:ext cx="8046720" cy="914400"/>
          </a:xfrm>
          <a:prstGeom prst="rect">
            <a:avLst/>
          </a:prstGeom>
          <a:noFill/>
          <a:ln>
            <a:noFill/>
          </a:ln>
        </p:spPr>
        <p:txBody>
          <a:bodyPr anchorCtr="0" anchor="t" bIns="0" lIns="0" spcFirstLastPara="1" rIns="0" wrap="square" tIns="0">
            <a:noAutofit/>
          </a:bodyPr>
          <a:lstStyle>
            <a:lvl1pPr lvl="0" algn="ctr">
              <a:lnSpc>
                <a:spcPct val="100000"/>
              </a:lnSpc>
              <a:spcBef>
                <a:spcPts val="1000"/>
              </a:spcBef>
              <a:spcAft>
                <a:spcPts val="0"/>
              </a:spcAft>
              <a:buSzPts val="2400"/>
              <a:buNone/>
              <a:defRPr sz="2400"/>
            </a:lvl1pPr>
            <a:lvl2pPr lvl="1" algn="ctr">
              <a:lnSpc>
                <a:spcPct val="100000"/>
              </a:lnSpc>
              <a:spcBef>
                <a:spcPts val="500"/>
              </a:spcBef>
              <a:spcAft>
                <a:spcPts val="0"/>
              </a:spcAft>
              <a:buSzPts val="2000"/>
              <a:buNone/>
              <a:defRPr sz="2000"/>
            </a:lvl2pPr>
            <a:lvl3pPr lvl="2" algn="ctr">
              <a:lnSpc>
                <a:spcPct val="100000"/>
              </a:lnSpc>
              <a:spcBef>
                <a:spcPts val="500"/>
              </a:spcBef>
              <a:spcAft>
                <a:spcPts val="0"/>
              </a:spcAft>
              <a:buSzPts val="1800"/>
              <a:buNone/>
              <a:defRPr sz="1800"/>
            </a:lvl3pPr>
            <a:lvl4pPr lvl="3" algn="ctr">
              <a:lnSpc>
                <a:spcPct val="100000"/>
              </a:lnSpc>
              <a:spcBef>
                <a:spcPts val="500"/>
              </a:spcBef>
              <a:spcAft>
                <a:spcPts val="0"/>
              </a:spcAft>
              <a:buSzPts val="1600"/>
              <a:buNone/>
              <a:defRPr sz="1600"/>
            </a:lvl4pPr>
            <a:lvl5pPr lvl="4" algn="ctr">
              <a:lnSpc>
                <a:spcPct val="10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4" name="Google Shape;34;p20"/>
          <p:cNvSpPr/>
          <p:nvPr/>
        </p:nvSpPr>
        <p:spPr>
          <a:xfrm>
            <a:off x="5891213" y="5628222"/>
            <a:ext cx="409575" cy="8830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2">
  <p:cSld name="Title and content 2">
    <p:spTree>
      <p:nvGrpSpPr>
        <p:cNvPr id="35" name="Shape 35"/>
        <p:cNvGrpSpPr/>
        <p:nvPr/>
      </p:nvGrpSpPr>
      <p:grpSpPr>
        <a:xfrm>
          <a:off x="0" y="0"/>
          <a:ext cx="0" cy="0"/>
          <a:chOff x="0" y="0"/>
          <a:chExt cx="0" cy="0"/>
        </a:xfrm>
      </p:grpSpPr>
      <p:sp>
        <p:nvSpPr>
          <p:cNvPr id="36" name="Google Shape;36;p21"/>
          <p:cNvSpPr/>
          <p:nvPr/>
        </p:nvSpPr>
        <p:spPr>
          <a:xfrm>
            <a:off x="0" y="0"/>
            <a:ext cx="3566160" cy="6858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37" name="Google Shape;37;p21"/>
          <p:cNvSpPr txBox="1"/>
          <p:nvPr>
            <p:ph type="title"/>
          </p:nvPr>
        </p:nvSpPr>
        <p:spPr>
          <a:xfrm>
            <a:off x="5340096" y="1097280"/>
            <a:ext cx="6217920" cy="18288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1"/>
          <p:cNvSpPr/>
          <p:nvPr>
            <p:ph idx="2" type="pic"/>
          </p:nvPr>
        </p:nvSpPr>
        <p:spPr>
          <a:xfrm>
            <a:off x="1298448" y="1828800"/>
            <a:ext cx="3200400" cy="3200400"/>
          </a:xfrm>
          <a:prstGeom prst="ellipse">
            <a:avLst/>
          </a:prstGeom>
          <a:noFill/>
          <a:ln>
            <a:noFill/>
          </a:ln>
        </p:spPr>
      </p:sp>
      <p:sp>
        <p:nvSpPr>
          <p:cNvPr id="39" name="Google Shape;39;p21"/>
          <p:cNvSpPr txBox="1"/>
          <p:nvPr>
            <p:ph idx="1" type="body"/>
          </p:nvPr>
        </p:nvSpPr>
        <p:spPr>
          <a:xfrm>
            <a:off x="5340096" y="3429000"/>
            <a:ext cx="6217920" cy="2743200"/>
          </a:xfrm>
          <a:prstGeom prst="rect">
            <a:avLst/>
          </a:prstGeom>
          <a:noFill/>
          <a:ln>
            <a:noFill/>
          </a:ln>
        </p:spPr>
        <p:txBody>
          <a:bodyPr anchorCtr="0" anchor="t" bIns="0" lIns="0" spcFirstLastPara="1" rIns="0" wrap="square" tIns="0">
            <a:normAutofit/>
          </a:bodyPr>
          <a:lstStyle>
            <a:lvl1pPr indent="-350520" lvl="0" marL="457200" algn="l">
              <a:lnSpc>
                <a:spcPct val="100000"/>
              </a:lnSpc>
              <a:spcBef>
                <a:spcPts val="1400"/>
              </a:spcBef>
              <a:spcAft>
                <a:spcPts val="0"/>
              </a:spcAft>
              <a:buSzPts val="1920"/>
              <a:buChar char="o"/>
              <a:defRPr cap="none"/>
            </a:lvl1pPr>
            <a:lvl2pPr indent="-330200" lvl="1" marL="914400" algn="l">
              <a:lnSpc>
                <a:spcPct val="100000"/>
              </a:lnSpc>
              <a:spcBef>
                <a:spcPts val="500"/>
              </a:spcBef>
              <a:spcAft>
                <a:spcPts val="0"/>
              </a:spcAft>
              <a:buSzPts val="1600"/>
              <a:buChar char="o"/>
              <a:defRPr/>
            </a:lvl2pPr>
            <a:lvl3pPr indent="-320039" lvl="2" marL="1371600" algn="l">
              <a:lnSpc>
                <a:spcPct val="100000"/>
              </a:lnSpc>
              <a:spcBef>
                <a:spcPts val="500"/>
              </a:spcBef>
              <a:spcAft>
                <a:spcPts val="0"/>
              </a:spcAft>
              <a:buSzPts val="1440"/>
              <a:buChar char="o"/>
              <a:defRPr/>
            </a:lvl3pPr>
            <a:lvl4pPr indent="-309880" lvl="3" marL="1828800" algn="l">
              <a:lnSpc>
                <a:spcPct val="100000"/>
              </a:lnSpc>
              <a:spcBef>
                <a:spcPts val="500"/>
              </a:spcBef>
              <a:spcAft>
                <a:spcPts val="0"/>
              </a:spcAft>
              <a:buSzPts val="1280"/>
              <a:buChar char="o"/>
              <a:defRPr/>
            </a:lvl4pPr>
            <a:lvl5pPr indent="-299720" lvl="4" marL="2286000" algn="l">
              <a:lnSpc>
                <a:spcPct val="100000"/>
              </a:lnSpc>
              <a:spcBef>
                <a:spcPts val="500"/>
              </a:spcBef>
              <a:spcAft>
                <a:spcPts val="0"/>
              </a:spcAft>
              <a:buSzPts val="1120"/>
              <a:buChar char="o"/>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1"/>
          <p:cNvSpPr txBox="1"/>
          <p:nvPr/>
        </p:nvSpPr>
        <p:spPr>
          <a:xfrm>
            <a:off x="641838" y="5547946"/>
            <a:ext cx="1847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 name="Google Shape;41;p21"/>
          <p:cNvSpPr txBox="1"/>
          <p:nvPr>
            <p:ph idx="12" type="sldNum"/>
          </p:nvPr>
        </p:nvSpPr>
        <p:spPr>
          <a:xfrm>
            <a:off x="420624" y="6019801"/>
            <a:ext cx="457200" cy="18415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cxnSp>
        <p:nvCxnSpPr>
          <p:cNvPr id="42" name="Google Shape;42;p21"/>
          <p:cNvCxnSpPr/>
          <p:nvPr/>
        </p:nvCxnSpPr>
        <p:spPr>
          <a:xfrm>
            <a:off x="5340096" y="822960"/>
            <a:ext cx="411480" cy="0"/>
          </a:xfrm>
          <a:prstGeom prst="straightConnector1">
            <a:avLst/>
          </a:prstGeom>
          <a:noFill/>
          <a:ln cap="flat" cmpd="sng" w="88900">
            <a:solidFill>
              <a:schemeClr val="accent1"/>
            </a:solidFill>
            <a:prstDash val="solid"/>
            <a:miter lim="800000"/>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light blue" type="twoObj">
  <p:cSld name="TWO_OBJECTS">
    <p:spTree>
      <p:nvGrpSpPr>
        <p:cNvPr id="43" name="Shape 43"/>
        <p:cNvGrpSpPr/>
        <p:nvPr/>
      </p:nvGrpSpPr>
      <p:grpSpPr>
        <a:xfrm>
          <a:off x="0" y="0"/>
          <a:ext cx="0" cy="0"/>
          <a:chOff x="0" y="0"/>
          <a:chExt cx="0" cy="0"/>
        </a:xfrm>
      </p:grpSpPr>
      <p:sp>
        <p:nvSpPr>
          <p:cNvPr id="44" name="Google Shape;44;p22"/>
          <p:cNvSpPr txBox="1"/>
          <p:nvPr>
            <p:ph type="title"/>
          </p:nvPr>
        </p:nvSpPr>
        <p:spPr>
          <a:xfrm>
            <a:off x="1280160" y="1097280"/>
            <a:ext cx="9821955"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22"/>
          <p:cNvSpPr txBox="1"/>
          <p:nvPr>
            <p:ph idx="1" type="body"/>
          </p:nvPr>
        </p:nvSpPr>
        <p:spPr>
          <a:xfrm>
            <a:off x="1280160" y="2377440"/>
            <a:ext cx="4663440" cy="3566160"/>
          </a:xfrm>
          <a:prstGeom prst="rect">
            <a:avLst/>
          </a:prstGeom>
          <a:solidFill>
            <a:srgbClr val="E9F5FB"/>
          </a:solidFill>
          <a:ln>
            <a:noFill/>
          </a:ln>
        </p:spPr>
        <p:txBody>
          <a:bodyPr anchorCtr="0" anchor="t" bIns="365750" lIns="365750" spcFirstLastPara="1" rIns="365750" wrap="square" tIns="365750">
            <a:normAutofit/>
          </a:bodyPr>
          <a:lstStyle>
            <a:lvl1pPr indent="-320040" lvl="0" marL="457200" algn="l">
              <a:lnSpc>
                <a:spcPct val="90000"/>
              </a:lnSpc>
              <a:spcBef>
                <a:spcPts val="1400"/>
              </a:spcBef>
              <a:spcAft>
                <a:spcPts val="0"/>
              </a:spcAft>
              <a:buClr>
                <a:schemeClr val="dk1"/>
              </a:buClr>
              <a:buSzPts val="1440"/>
              <a:buChar char="o"/>
              <a:defRPr sz="1800"/>
            </a:lvl1pPr>
            <a:lvl2pPr indent="-309880" lvl="1" marL="914400" algn="l">
              <a:lnSpc>
                <a:spcPct val="90000"/>
              </a:lnSpc>
              <a:spcBef>
                <a:spcPts val="500"/>
              </a:spcBef>
              <a:spcAft>
                <a:spcPts val="0"/>
              </a:spcAft>
              <a:buClr>
                <a:schemeClr val="dk1"/>
              </a:buClr>
              <a:buSzPts val="1280"/>
              <a:buChar char="o"/>
              <a:defRPr sz="1600"/>
            </a:lvl2pPr>
            <a:lvl3pPr indent="-299719" lvl="2" marL="1371600" algn="l">
              <a:lnSpc>
                <a:spcPct val="90000"/>
              </a:lnSpc>
              <a:spcBef>
                <a:spcPts val="500"/>
              </a:spcBef>
              <a:spcAft>
                <a:spcPts val="0"/>
              </a:spcAft>
              <a:buClr>
                <a:schemeClr val="dk1"/>
              </a:buClr>
              <a:buSzPts val="1120"/>
              <a:buChar char="o"/>
              <a:defRPr sz="1400"/>
            </a:lvl3pPr>
            <a:lvl4pPr indent="-289560" lvl="3" marL="1828800" algn="l">
              <a:lnSpc>
                <a:spcPct val="90000"/>
              </a:lnSpc>
              <a:spcBef>
                <a:spcPts val="500"/>
              </a:spcBef>
              <a:spcAft>
                <a:spcPts val="0"/>
              </a:spcAft>
              <a:buClr>
                <a:schemeClr val="dk1"/>
              </a:buClr>
              <a:buSzPts val="960"/>
              <a:buChar char="o"/>
              <a:defRPr sz="1200"/>
            </a:lvl4pPr>
            <a:lvl5pPr indent="-284479" lvl="4" marL="2286000" algn="l">
              <a:lnSpc>
                <a:spcPct val="90000"/>
              </a:lnSpc>
              <a:spcBef>
                <a:spcPts val="500"/>
              </a:spcBef>
              <a:spcAft>
                <a:spcPts val="0"/>
              </a:spcAft>
              <a:buClr>
                <a:schemeClr val="dk1"/>
              </a:buClr>
              <a:buSzPts val="880"/>
              <a:buChar char="o"/>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2"/>
          <p:cNvSpPr txBox="1"/>
          <p:nvPr>
            <p:ph idx="2" type="body"/>
          </p:nvPr>
        </p:nvSpPr>
        <p:spPr>
          <a:xfrm>
            <a:off x="6309360" y="2377440"/>
            <a:ext cx="4663440" cy="3566160"/>
          </a:xfrm>
          <a:prstGeom prst="rect">
            <a:avLst/>
          </a:prstGeom>
          <a:solidFill>
            <a:srgbClr val="E9F5FB"/>
          </a:solidFill>
          <a:ln>
            <a:noFill/>
          </a:ln>
        </p:spPr>
        <p:txBody>
          <a:bodyPr anchorCtr="0" anchor="t" bIns="365750" lIns="365750" spcFirstLastPara="1" rIns="365750" wrap="square" tIns="365750">
            <a:normAutofit/>
          </a:bodyPr>
          <a:lstStyle>
            <a:lvl1pPr indent="-320040" lvl="0" marL="457200" algn="l">
              <a:lnSpc>
                <a:spcPct val="90000"/>
              </a:lnSpc>
              <a:spcBef>
                <a:spcPts val="1400"/>
              </a:spcBef>
              <a:spcAft>
                <a:spcPts val="0"/>
              </a:spcAft>
              <a:buClr>
                <a:schemeClr val="dk1"/>
              </a:buClr>
              <a:buSzPts val="1440"/>
              <a:buChar char="o"/>
              <a:defRPr sz="1800"/>
            </a:lvl1pPr>
            <a:lvl2pPr indent="-309880" lvl="1" marL="914400" algn="l">
              <a:lnSpc>
                <a:spcPct val="90000"/>
              </a:lnSpc>
              <a:spcBef>
                <a:spcPts val="500"/>
              </a:spcBef>
              <a:spcAft>
                <a:spcPts val="0"/>
              </a:spcAft>
              <a:buClr>
                <a:schemeClr val="dk1"/>
              </a:buClr>
              <a:buSzPts val="1280"/>
              <a:buChar char="o"/>
              <a:defRPr sz="1600"/>
            </a:lvl2pPr>
            <a:lvl3pPr indent="-299719" lvl="2" marL="1371600" algn="l">
              <a:lnSpc>
                <a:spcPct val="90000"/>
              </a:lnSpc>
              <a:spcBef>
                <a:spcPts val="500"/>
              </a:spcBef>
              <a:spcAft>
                <a:spcPts val="0"/>
              </a:spcAft>
              <a:buClr>
                <a:schemeClr val="dk1"/>
              </a:buClr>
              <a:buSzPts val="1120"/>
              <a:buChar char="o"/>
              <a:defRPr sz="1400"/>
            </a:lvl3pPr>
            <a:lvl4pPr indent="-289560" lvl="3" marL="1828800" algn="l">
              <a:lnSpc>
                <a:spcPct val="90000"/>
              </a:lnSpc>
              <a:spcBef>
                <a:spcPts val="500"/>
              </a:spcBef>
              <a:spcAft>
                <a:spcPts val="0"/>
              </a:spcAft>
              <a:buClr>
                <a:schemeClr val="dk1"/>
              </a:buClr>
              <a:buSzPts val="960"/>
              <a:buChar char="o"/>
              <a:defRPr sz="1200"/>
            </a:lvl4pPr>
            <a:lvl5pPr indent="-284479" lvl="4" marL="2286000" algn="l">
              <a:lnSpc>
                <a:spcPct val="90000"/>
              </a:lnSpc>
              <a:spcBef>
                <a:spcPts val="500"/>
              </a:spcBef>
              <a:spcAft>
                <a:spcPts val="0"/>
              </a:spcAft>
              <a:buClr>
                <a:schemeClr val="dk1"/>
              </a:buClr>
              <a:buSzPts val="880"/>
              <a:buChar char="o"/>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22"/>
          <p:cNvSpPr txBox="1"/>
          <p:nvPr>
            <p:ph idx="12" type="sldNum"/>
          </p:nvPr>
        </p:nvSpPr>
        <p:spPr>
          <a:xfrm>
            <a:off x="420624" y="6019801"/>
            <a:ext cx="457200" cy="18415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cxnSp>
        <p:nvCxnSpPr>
          <p:cNvPr id="48" name="Google Shape;48;p22"/>
          <p:cNvCxnSpPr/>
          <p:nvPr/>
        </p:nvCxnSpPr>
        <p:spPr>
          <a:xfrm>
            <a:off x="1295400" y="822960"/>
            <a:ext cx="411480" cy="0"/>
          </a:xfrm>
          <a:prstGeom prst="straightConnector1">
            <a:avLst/>
          </a:prstGeom>
          <a:noFill/>
          <a:ln cap="flat" cmpd="sng" w="88900">
            <a:solidFill>
              <a:schemeClr val="accent1"/>
            </a:solidFill>
            <a:prstDash val="solid"/>
            <a:miter lim="800000"/>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picture">
  <p:cSld name="Title + picture">
    <p:bg>
      <p:bgPr>
        <a:solidFill>
          <a:schemeClr val="accent2"/>
        </a:solidFill>
      </p:bgPr>
    </p:bg>
    <p:spTree>
      <p:nvGrpSpPr>
        <p:cNvPr id="49" name="Shape 49"/>
        <p:cNvGrpSpPr/>
        <p:nvPr/>
      </p:nvGrpSpPr>
      <p:grpSpPr>
        <a:xfrm>
          <a:off x="0" y="0"/>
          <a:ext cx="0" cy="0"/>
          <a:chOff x="0" y="0"/>
          <a:chExt cx="0" cy="0"/>
        </a:xfrm>
      </p:grpSpPr>
      <p:sp>
        <p:nvSpPr>
          <p:cNvPr id="50" name="Google Shape;50;p23"/>
          <p:cNvSpPr/>
          <p:nvPr>
            <p:ph idx="2" type="pic"/>
          </p:nvPr>
        </p:nvSpPr>
        <p:spPr>
          <a:xfrm>
            <a:off x="1524000" y="1481328"/>
            <a:ext cx="9144000" cy="3895344"/>
          </a:xfrm>
          <a:prstGeom prst="rect">
            <a:avLst/>
          </a:prstGeom>
          <a:solidFill>
            <a:schemeClr val="lt1"/>
          </a:solidFill>
          <a:ln>
            <a:noFill/>
          </a:ln>
        </p:spPr>
      </p:sp>
      <p:sp>
        <p:nvSpPr>
          <p:cNvPr id="51" name="Google Shape;51;p23"/>
          <p:cNvSpPr txBox="1"/>
          <p:nvPr>
            <p:ph type="ctrTitle"/>
          </p:nvPr>
        </p:nvSpPr>
        <p:spPr>
          <a:xfrm>
            <a:off x="1984248" y="1920240"/>
            <a:ext cx="8229600" cy="3017520"/>
          </a:xfrm>
          <a:prstGeom prst="rect">
            <a:avLst/>
          </a:prstGeom>
          <a:noFill/>
          <a:ln>
            <a:noFill/>
          </a:ln>
        </p:spPr>
        <p:txBody>
          <a:bodyPr anchorCtr="0" anchor="ctr" bIns="0" lIns="0" spcFirstLastPara="1" rIns="0" wrap="square" tIns="0">
            <a:noAutofit/>
          </a:bodyPr>
          <a:lstStyle>
            <a:lvl1pPr lvl="0" algn="ctr">
              <a:lnSpc>
                <a:spcPct val="90000"/>
              </a:lnSpc>
              <a:spcBef>
                <a:spcPts val="0"/>
              </a:spcBef>
              <a:spcAft>
                <a:spcPts val="0"/>
              </a:spcAft>
              <a:buClr>
                <a:schemeClr val="dk1"/>
              </a:buClr>
              <a:buSzPts val="5400"/>
              <a:buFont typeface="Arial"/>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picture ">
  <p:cSld name="Content + picture ">
    <p:spTree>
      <p:nvGrpSpPr>
        <p:cNvPr id="52" name="Shape 52"/>
        <p:cNvGrpSpPr/>
        <p:nvPr/>
      </p:nvGrpSpPr>
      <p:grpSpPr>
        <a:xfrm>
          <a:off x="0" y="0"/>
          <a:ext cx="0" cy="0"/>
          <a:chOff x="0" y="0"/>
          <a:chExt cx="0" cy="0"/>
        </a:xfrm>
      </p:grpSpPr>
      <p:sp>
        <p:nvSpPr>
          <p:cNvPr id="53" name="Google Shape;53;p24"/>
          <p:cNvSpPr/>
          <p:nvPr/>
        </p:nvSpPr>
        <p:spPr>
          <a:xfrm>
            <a:off x="6705600" y="0"/>
            <a:ext cx="5486400" cy="6858000"/>
          </a:xfrm>
          <a:prstGeom prst="rect">
            <a:avLst/>
          </a:prstGeom>
          <a:solidFill>
            <a:srgbClr val="E9F5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Arial"/>
              <a:ea typeface="Arial"/>
              <a:cs typeface="Arial"/>
              <a:sym typeface="Arial"/>
            </a:endParaRPr>
          </a:p>
        </p:txBody>
      </p:sp>
      <p:sp>
        <p:nvSpPr>
          <p:cNvPr id="54" name="Google Shape;54;p24"/>
          <p:cNvSpPr txBox="1"/>
          <p:nvPr>
            <p:ph type="title"/>
          </p:nvPr>
        </p:nvSpPr>
        <p:spPr>
          <a:xfrm>
            <a:off x="1280160" y="3931920"/>
            <a:ext cx="5029200" cy="18288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4"/>
          <p:cNvSpPr/>
          <p:nvPr>
            <p:ph idx="2" type="pic"/>
          </p:nvPr>
        </p:nvSpPr>
        <p:spPr>
          <a:xfrm>
            <a:off x="1280160" y="548640"/>
            <a:ext cx="3017520" cy="3017520"/>
          </a:xfrm>
          <a:prstGeom prst="ellipse">
            <a:avLst/>
          </a:prstGeom>
          <a:noFill/>
          <a:ln>
            <a:noFill/>
          </a:ln>
        </p:spPr>
      </p:sp>
      <p:sp>
        <p:nvSpPr>
          <p:cNvPr id="56" name="Google Shape;56;p24"/>
          <p:cNvSpPr txBox="1"/>
          <p:nvPr>
            <p:ph idx="1" type="body"/>
          </p:nvPr>
        </p:nvSpPr>
        <p:spPr>
          <a:xfrm>
            <a:off x="7205472" y="731520"/>
            <a:ext cx="4306824" cy="5394960"/>
          </a:xfrm>
          <a:prstGeom prst="rect">
            <a:avLst/>
          </a:prstGeom>
          <a:noFill/>
          <a:ln>
            <a:noFill/>
          </a:ln>
        </p:spPr>
        <p:txBody>
          <a:bodyPr anchorCtr="0" anchor="b" bIns="0" lIns="0" spcFirstLastPara="1" rIns="0" wrap="square" tIns="0">
            <a:normAutofit/>
          </a:bodyPr>
          <a:lstStyle>
            <a:lvl1pPr indent="-350520" lvl="0" marL="457200" algn="l">
              <a:lnSpc>
                <a:spcPct val="100000"/>
              </a:lnSpc>
              <a:spcBef>
                <a:spcPts val="1400"/>
              </a:spcBef>
              <a:spcAft>
                <a:spcPts val="0"/>
              </a:spcAft>
              <a:buClr>
                <a:schemeClr val="dk1"/>
              </a:buClr>
              <a:buSzPts val="1920"/>
              <a:buChar char="o"/>
              <a:defRPr cap="none"/>
            </a:lvl1pPr>
            <a:lvl2pPr indent="-330200" lvl="1" marL="914400" algn="l">
              <a:lnSpc>
                <a:spcPct val="100000"/>
              </a:lnSpc>
              <a:spcBef>
                <a:spcPts val="500"/>
              </a:spcBef>
              <a:spcAft>
                <a:spcPts val="0"/>
              </a:spcAft>
              <a:buClr>
                <a:schemeClr val="dk1"/>
              </a:buClr>
              <a:buSzPts val="1600"/>
              <a:buChar char="o"/>
              <a:defRPr/>
            </a:lvl2pPr>
            <a:lvl3pPr indent="-320039" lvl="2" marL="1371600" algn="l">
              <a:lnSpc>
                <a:spcPct val="100000"/>
              </a:lnSpc>
              <a:spcBef>
                <a:spcPts val="500"/>
              </a:spcBef>
              <a:spcAft>
                <a:spcPts val="0"/>
              </a:spcAft>
              <a:buClr>
                <a:schemeClr val="dk1"/>
              </a:buClr>
              <a:buSzPts val="1440"/>
              <a:buChar char="o"/>
              <a:defRPr/>
            </a:lvl3pPr>
            <a:lvl4pPr indent="-309880" lvl="3" marL="1828800" algn="l">
              <a:lnSpc>
                <a:spcPct val="100000"/>
              </a:lnSpc>
              <a:spcBef>
                <a:spcPts val="500"/>
              </a:spcBef>
              <a:spcAft>
                <a:spcPts val="0"/>
              </a:spcAft>
              <a:buClr>
                <a:schemeClr val="dk1"/>
              </a:buClr>
              <a:buSzPts val="1280"/>
              <a:buChar char="o"/>
              <a:defRPr/>
            </a:lvl4pPr>
            <a:lvl5pPr indent="-299720" lvl="4" marL="2286000" algn="l">
              <a:lnSpc>
                <a:spcPct val="100000"/>
              </a:lnSpc>
              <a:spcBef>
                <a:spcPts val="500"/>
              </a:spcBef>
              <a:spcAft>
                <a:spcPts val="0"/>
              </a:spcAft>
              <a:buClr>
                <a:schemeClr val="dk1"/>
              </a:buClr>
              <a:buSzPts val="1120"/>
              <a:buChar char="o"/>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24"/>
          <p:cNvSpPr txBox="1"/>
          <p:nvPr>
            <p:ph idx="12" type="sldNum"/>
          </p:nvPr>
        </p:nvSpPr>
        <p:spPr>
          <a:xfrm>
            <a:off x="420624" y="6019801"/>
            <a:ext cx="457200" cy="18415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cxnSp>
        <p:nvCxnSpPr>
          <p:cNvPr id="58" name="Google Shape;58;p24"/>
          <p:cNvCxnSpPr/>
          <p:nvPr/>
        </p:nvCxnSpPr>
        <p:spPr>
          <a:xfrm>
            <a:off x="1298448" y="6111876"/>
            <a:ext cx="411480" cy="0"/>
          </a:xfrm>
          <a:prstGeom prst="straightConnector1">
            <a:avLst/>
          </a:prstGeom>
          <a:noFill/>
          <a:ln cap="flat" cmpd="sng" w="88900">
            <a:solidFill>
              <a:schemeClr val="accent1"/>
            </a:solidFill>
            <a:prstDash val="solid"/>
            <a:miter lim="800000"/>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white">
  <p:cSld name="Two content white">
    <p:spTree>
      <p:nvGrpSpPr>
        <p:cNvPr id="59" name="Shape 59"/>
        <p:cNvGrpSpPr/>
        <p:nvPr/>
      </p:nvGrpSpPr>
      <p:grpSpPr>
        <a:xfrm>
          <a:off x="0" y="0"/>
          <a:ext cx="0" cy="0"/>
          <a:chOff x="0" y="0"/>
          <a:chExt cx="0" cy="0"/>
        </a:xfrm>
      </p:grpSpPr>
      <p:sp>
        <p:nvSpPr>
          <p:cNvPr id="60" name="Google Shape;60;p25"/>
          <p:cNvSpPr txBox="1"/>
          <p:nvPr>
            <p:ph idx="12" type="sldNum"/>
          </p:nvPr>
        </p:nvSpPr>
        <p:spPr>
          <a:xfrm>
            <a:off x="420624" y="6019801"/>
            <a:ext cx="457200" cy="18415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61" name="Google Shape;61;p25"/>
          <p:cNvSpPr txBox="1"/>
          <p:nvPr>
            <p:ph type="title"/>
          </p:nvPr>
        </p:nvSpPr>
        <p:spPr>
          <a:xfrm>
            <a:off x="1280160" y="1097280"/>
            <a:ext cx="9820656"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25"/>
          <p:cNvSpPr txBox="1"/>
          <p:nvPr>
            <p:ph idx="1" type="body"/>
          </p:nvPr>
        </p:nvSpPr>
        <p:spPr>
          <a:xfrm>
            <a:off x="1280160" y="2377440"/>
            <a:ext cx="4572000" cy="3429000"/>
          </a:xfrm>
          <a:prstGeom prst="rect">
            <a:avLst/>
          </a:prstGeom>
          <a:noFill/>
          <a:ln>
            <a:noFill/>
          </a:ln>
        </p:spPr>
        <p:txBody>
          <a:bodyPr anchorCtr="0" anchor="t" bIns="0" lIns="0" spcFirstLastPara="1" rIns="0" wrap="square" tIns="0">
            <a:normAutofit/>
          </a:bodyPr>
          <a:lstStyle>
            <a:lvl1pPr indent="-320040" lvl="0" marL="457200" algn="l">
              <a:lnSpc>
                <a:spcPct val="90000"/>
              </a:lnSpc>
              <a:spcBef>
                <a:spcPts val="1400"/>
              </a:spcBef>
              <a:spcAft>
                <a:spcPts val="0"/>
              </a:spcAft>
              <a:buSzPts val="1440"/>
              <a:buChar char="o"/>
              <a:defRPr b="1" sz="1800"/>
            </a:lvl1pPr>
            <a:lvl2pPr indent="-228600" lvl="1" marL="914400" algn="l">
              <a:lnSpc>
                <a:spcPct val="90000"/>
              </a:lnSpc>
              <a:spcBef>
                <a:spcPts val="1400"/>
              </a:spcBef>
              <a:spcAft>
                <a:spcPts val="0"/>
              </a:spcAft>
              <a:buSzPts val="1440"/>
              <a:buNone/>
              <a:defRPr sz="1800"/>
            </a:lvl2pPr>
            <a:lvl3pPr indent="-320039" lvl="2" marL="1371600" algn="l">
              <a:lnSpc>
                <a:spcPct val="90000"/>
              </a:lnSpc>
              <a:spcBef>
                <a:spcPts val="1400"/>
              </a:spcBef>
              <a:spcAft>
                <a:spcPts val="0"/>
              </a:spcAft>
              <a:buSzPts val="1440"/>
              <a:buChar char="o"/>
              <a:defRPr sz="1800"/>
            </a:lvl3pPr>
            <a:lvl4pPr indent="-228600" lvl="3" marL="1828800" algn="l">
              <a:lnSpc>
                <a:spcPct val="90000"/>
              </a:lnSpc>
              <a:spcBef>
                <a:spcPts val="1400"/>
              </a:spcBef>
              <a:spcAft>
                <a:spcPts val="0"/>
              </a:spcAft>
              <a:buSzPts val="1440"/>
              <a:buNone/>
              <a:defRPr sz="1800"/>
            </a:lvl4pPr>
            <a:lvl5pPr indent="-320039" lvl="4" marL="2286000" algn="l">
              <a:lnSpc>
                <a:spcPct val="90000"/>
              </a:lnSpc>
              <a:spcBef>
                <a:spcPts val="1400"/>
              </a:spcBef>
              <a:spcAft>
                <a:spcPts val="0"/>
              </a:spcAft>
              <a:buSzPts val="1440"/>
              <a:buChar char="o"/>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25"/>
          <p:cNvSpPr txBox="1"/>
          <p:nvPr>
            <p:ph idx="2" type="body"/>
          </p:nvPr>
        </p:nvSpPr>
        <p:spPr>
          <a:xfrm>
            <a:off x="6227064" y="2377440"/>
            <a:ext cx="4645152" cy="3429000"/>
          </a:xfrm>
          <a:prstGeom prst="rect">
            <a:avLst/>
          </a:prstGeom>
          <a:noFill/>
          <a:ln>
            <a:noFill/>
          </a:ln>
        </p:spPr>
        <p:txBody>
          <a:bodyPr anchorCtr="0" anchor="t" bIns="0" lIns="0" spcFirstLastPara="1" rIns="0" wrap="square" tIns="0">
            <a:normAutofit/>
          </a:bodyPr>
          <a:lstStyle>
            <a:lvl1pPr indent="-320040" lvl="0" marL="457200" algn="l">
              <a:lnSpc>
                <a:spcPct val="100000"/>
              </a:lnSpc>
              <a:spcBef>
                <a:spcPts val="1400"/>
              </a:spcBef>
              <a:spcAft>
                <a:spcPts val="0"/>
              </a:spcAft>
              <a:buSzPts val="1440"/>
              <a:buChar char="o"/>
              <a:defRPr sz="1800"/>
            </a:lvl1pPr>
            <a:lvl2pPr indent="-320040" lvl="1" marL="914400" algn="l">
              <a:lnSpc>
                <a:spcPct val="100000"/>
              </a:lnSpc>
              <a:spcBef>
                <a:spcPts val="500"/>
              </a:spcBef>
              <a:spcAft>
                <a:spcPts val="0"/>
              </a:spcAft>
              <a:buSzPts val="1440"/>
              <a:buChar char="o"/>
              <a:defRPr sz="1800"/>
            </a:lvl2pPr>
            <a:lvl3pPr indent="-320039" lvl="2" marL="1371600" algn="l">
              <a:lnSpc>
                <a:spcPct val="100000"/>
              </a:lnSpc>
              <a:spcBef>
                <a:spcPts val="500"/>
              </a:spcBef>
              <a:spcAft>
                <a:spcPts val="0"/>
              </a:spcAft>
              <a:buSzPts val="1440"/>
              <a:buChar char="o"/>
              <a:defRPr sz="1800"/>
            </a:lvl3pPr>
            <a:lvl4pPr indent="-320039" lvl="3" marL="1828800" algn="l">
              <a:lnSpc>
                <a:spcPct val="100000"/>
              </a:lnSpc>
              <a:spcBef>
                <a:spcPts val="500"/>
              </a:spcBef>
              <a:spcAft>
                <a:spcPts val="0"/>
              </a:spcAft>
              <a:buSzPts val="1440"/>
              <a:buChar char="o"/>
              <a:defRPr sz="1800"/>
            </a:lvl4pPr>
            <a:lvl5pPr indent="-320039" lvl="4" marL="2286000" algn="l">
              <a:lnSpc>
                <a:spcPct val="100000"/>
              </a:lnSpc>
              <a:spcBef>
                <a:spcPts val="500"/>
              </a:spcBef>
              <a:spcAft>
                <a:spcPts val="0"/>
              </a:spcAft>
              <a:buSzPts val="1440"/>
              <a:buChar char="o"/>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64" name="Google Shape;64;p25"/>
          <p:cNvCxnSpPr/>
          <p:nvPr/>
        </p:nvCxnSpPr>
        <p:spPr>
          <a:xfrm>
            <a:off x="1295400" y="822960"/>
            <a:ext cx="411480" cy="0"/>
          </a:xfrm>
          <a:prstGeom prst="straightConnector1">
            <a:avLst/>
          </a:prstGeom>
          <a:noFill/>
          <a:ln cap="flat" cmpd="sng" w="88900">
            <a:solidFill>
              <a:schemeClr val="accent1"/>
            </a:solidFill>
            <a:prstDash val="solid"/>
            <a:miter lim="800000"/>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green">
  <p:cSld name="Two content green">
    <p:spTree>
      <p:nvGrpSpPr>
        <p:cNvPr id="65" name="Shape 65"/>
        <p:cNvGrpSpPr/>
        <p:nvPr/>
      </p:nvGrpSpPr>
      <p:grpSpPr>
        <a:xfrm>
          <a:off x="0" y="0"/>
          <a:ext cx="0" cy="0"/>
          <a:chOff x="0" y="0"/>
          <a:chExt cx="0" cy="0"/>
        </a:xfrm>
      </p:grpSpPr>
      <p:sp>
        <p:nvSpPr>
          <p:cNvPr id="66" name="Google Shape;66;p26"/>
          <p:cNvSpPr txBox="1"/>
          <p:nvPr>
            <p:ph type="title"/>
          </p:nvPr>
        </p:nvSpPr>
        <p:spPr>
          <a:xfrm>
            <a:off x="1280160" y="1097280"/>
            <a:ext cx="9821955"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6"/>
          <p:cNvSpPr txBox="1"/>
          <p:nvPr>
            <p:ph idx="1" type="body"/>
          </p:nvPr>
        </p:nvSpPr>
        <p:spPr>
          <a:xfrm>
            <a:off x="1280160" y="2377440"/>
            <a:ext cx="4663440" cy="3566160"/>
          </a:xfrm>
          <a:prstGeom prst="rect">
            <a:avLst/>
          </a:prstGeom>
          <a:solidFill>
            <a:schemeClr val="accent4"/>
          </a:solidFill>
          <a:ln>
            <a:noFill/>
          </a:ln>
        </p:spPr>
        <p:txBody>
          <a:bodyPr anchorCtr="0" anchor="t" bIns="365750" lIns="365750" spcFirstLastPara="1" rIns="365750" wrap="square" tIns="365750">
            <a:normAutofit/>
          </a:bodyPr>
          <a:lstStyle>
            <a:lvl1pPr indent="-320040" lvl="0" marL="457200" algn="l">
              <a:lnSpc>
                <a:spcPct val="100000"/>
              </a:lnSpc>
              <a:spcBef>
                <a:spcPts val="1400"/>
              </a:spcBef>
              <a:spcAft>
                <a:spcPts val="0"/>
              </a:spcAft>
              <a:buClr>
                <a:schemeClr val="dk1"/>
              </a:buClr>
              <a:buSzPts val="1440"/>
              <a:buChar char="o"/>
              <a:defRPr sz="1800"/>
            </a:lvl1pPr>
            <a:lvl2pPr indent="-309880" lvl="1" marL="914400" algn="l">
              <a:lnSpc>
                <a:spcPct val="100000"/>
              </a:lnSpc>
              <a:spcBef>
                <a:spcPts val="500"/>
              </a:spcBef>
              <a:spcAft>
                <a:spcPts val="0"/>
              </a:spcAft>
              <a:buClr>
                <a:schemeClr val="dk1"/>
              </a:buClr>
              <a:buSzPts val="1280"/>
              <a:buChar char="o"/>
              <a:defRPr sz="1600"/>
            </a:lvl2pPr>
            <a:lvl3pPr indent="-299719" lvl="2" marL="1371600" algn="l">
              <a:lnSpc>
                <a:spcPct val="100000"/>
              </a:lnSpc>
              <a:spcBef>
                <a:spcPts val="500"/>
              </a:spcBef>
              <a:spcAft>
                <a:spcPts val="0"/>
              </a:spcAft>
              <a:buClr>
                <a:schemeClr val="dk1"/>
              </a:buClr>
              <a:buSzPts val="1120"/>
              <a:buChar char="o"/>
              <a:defRPr sz="1400"/>
            </a:lvl3pPr>
            <a:lvl4pPr indent="-289560" lvl="3" marL="1828800" algn="l">
              <a:lnSpc>
                <a:spcPct val="100000"/>
              </a:lnSpc>
              <a:spcBef>
                <a:spcPts val="500"/>
              </a:spcBef>
              <a:spcAft>
                <a:spcPts val="0"/>
              </a:spcAft>
              <a:buClr>
                <a:schemeClr val="dk1"/>
              </a:buClr>
              <a:buSzPts val="960"/>
              <a:buChar char="o"/>
              <a:defRPr sz="1200"/>
            </a:lvl4pPr>
            <a:lvl5pPr indent="-284479" lvl="4" marL="2286000" algn="l">
              <a:lnSpc>
                <a:spcPct val="100000"/>
              </a:lnSpc>
              <a:spcBef>
                <a:spcPts val="500"/>
              </a:spcBef>
              <a:spcAft>
                <a:spcPts val="0"/>
              </a:spcAft>
              <a:buClr>
                <a:schemeClr val="dk1"/>
              </a:buClr>
              <a:buSzPts val="880"/>
              <a:buChar char="o"/>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26"/>
          <p:cNvSpPr txBox="1"/>
          <p:nvPr>
            <p:ph idx="2" type="body"/>
          </p:nvPr>
        </p:nvSpPr>
        <p:spPr>
          <a:xfrm>
            <a:off x="6309360" y="2377440"/>
            <a:ext cx="4663440" cy="3566160"/>
          </a:xfrm>
          <a:prstGeom prst="rect">
            <a:avLst/>
          </a:prstGeom>
          <a:solidFill>
            <a:schemeClr val="accent4"/>
          </a:solidFill>
          <a:ln>
            <a:noFill/>
          </a:ln>
        </p:spPr>
        <p:txBody>
          <a:bodyPr anchorCtr="0" anchor="t" bIns="365750" lIns="365750" spcFirstLastPara="1" rIns="365750" wrap="square" tIns="365750">
            <a:normAutofit/>
          </a:bodyPr>
          <a:lstStyle>
            <a:lvl1pPr indent="-320040" lvl="0" marL="457200" algn="l">
              <a:lnSpc>
                <a:spcPct val="100000"/>
              </a:lnSpc>
              <a:spcBef>
                <a:spcPts val="1400"/>
              </a:spcBef>
              <a:spcAft>
                <a:spcPts val="0"/>
              </a:spcAft>
              <a:buClr>
                <a:schemeClr val="dk1"/>
              </a:buClr>
              <a:buSzPts val="1440"/>
              <a:buChar char="o"/>
              <a:defRPr sz="1800" cap="none"/>
            </a:lvl1pPr>
            <a:lvl2pPr indent="-309880" lvl="1" marL="914400" algn="l">
              <a:lnSpc>
                <a:spcPct val="100000"/>
              </a:lnSpc>
              <a:spcBef>
                <a:spcPts val="500"/>
              </a:spcBef>
              <a:spcAft>
                <a:spcPts val="0"/>
              </a:spcAft>
              <a:buClr>
                <a:schemeClr val="dk1"/>
              </a:buClr>
              <a:buSzPts val="1280"/>
              <a:buChar char="o"/>
              <a:defRPr sz="1600"/>
            </a:lvl2pPr>
            <a:lvl3pPr indent="-299719" lvl="2" marL="1371600" algn="l">
              <a:lnSpc>
                <a:spcPct val="100000"/>
              </a:lnSpc>
              <a:spcBef>
                <a:spcPts val="500"/>
              </a:spcBef>
              <a:spcAft>
                <a:spcPts val="0"/>
              </a:spcAft>
              <a:buClr>
                <a:schemeClr val="dk1"/>
              </a:buClr>
              <a:buSzPts val="1120"/>
              <a:buChar char="o"/>
              <a:defRPr sz="1400"/>
            </a:lvl3pPr>
            <a:lvl4pPr indent="-289560" lvl="3" marL="1828800" algn="l">
              <a:lnSpc>
                <a:spcPct val="100000"/>
              </a:lnSpc>
              <a:spcBef>
                <a:spcPts val="500"/>
              </a:spcBef>
              <a:spcAft>
                <a:spcPts val="0"/>
              </a:spcAft>
              <a:buClr>
                <a:schemeClr val="dk1"/>
              </a:buClr>
              <a:buSzPts val="960"/>
              <a:buChar char="o"/>
              <a:defRPr sz="1200"/>
            </a:lvl4pPr>
            <a:lvl5pPr indent="-284479" lvl="4" marL="2286000" algn="l">
              <a:lnSpc>
                <a:spcPct val="100000"/>
              </a:lnSpc>
              <a:spcBef>
                <a:spcPts val="500"/>
              </a:spcBef>
              <a:spcAft>
                <a:spcPts val="0"/>
              </a:spcAft>
              <a:buClr>
                <a:schemeClr val="dk1"/>
              </a:buClr>
              <a:buSzPts val="880"/>
              <a:buChar char="o"/>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26"/>
          <p:cNvSpPr txBox="1"/>
          <p:nvPr>
            <p:ph idx="12" type="sldNum"/>
          </p:nvPr>
        </p:nvSpPr>
        <p:spPr>
          <a:xfrm>
            <a:off x="420624" y="6019801"/>
            <a:ext cx="457200" cy="18415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cxnSp>
        <p:nvCxnSpPr>
          <p:cNvPr id="70" name="Google Shape;70;p26"/>
          <p:cNvCxnSpPr/>
          <p:nvPr/>
        </p:nvCxnSpPr>
        <p:spPr>
          <a:xfrm>
            <a:off x="1295400" y="822960"/>
            <a:ext cx="411480" cy="0"/>
          </a:xfrm>
          <a:prstGeom prst="straightConnector1">
            <a:avLst/>
          </a:prstGeom>
          <a:noFill/>
          <a:ln cap="flat" cmpd="sng" w="88900">
            <a:solidFill>
              <a:schemeClr val="accent1"/>
            </a:solidFill>
            <a:prstDash val="solid"/>
            <a:miter lim="800000"/>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p:cSld name="Title and two content">
    <p:spTree>
      <p:nvGrpSpPr>
        <p:cNvPr id="71" name="Shape 71"/>
        <p:cNvGrpSpPr/>
        <p:nvPr/>
      </p:nvGrpSpPr>
      <p:grpSpPr>
        <a:xfrm>
          <a:off x="0" y="0"/>
          <a:ext cx="0" cy="0"/>
          <a:chOff x="0" y="0"/>
          <a:chExt cx="0" cy="0"/>
        </a:xfrm>
      </p:grpSpPr>
      <p:sp>
        <p:nvSpPr>
          <p:cNvPr id="72" name="Google Shape;72;p27"/>
          <p:cNvSpPr txBox="1"/>
          <p:nvPr>
            <p:ph idx="12" type="sldNum"/>
          </p:nvPr>
        </p:nvSpPr>
        <p:spPr>
          <a:xfrm>
            <a:off x="420624" y="6019801"/>
            <a:ext cx="457200" cy="18415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73" name="Google Shape;73;p27"/>
          <p:cNvSpPr txBox="1"/>
          <p:nvPr>
            <p:ph type="title"/>
          </p:nvPr>
        </p:nvSpPr>
        <p:spPr>
          <a:xfrm>
            <a:off x="1280160" y="1097280"/>
            <a:ext cx="5029200" cy="18288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7"/>
          <p:cNvSpPr txBox="1"/>
          <p:nvPr>
            <p:ph idx="1" type="body"/>
          </p:nvPr>
        </p:nvSpPr>
        <p:spPr>
          <a:xfrm>
            <a:off x="6784848" y="1097280"/>
            <a:ext cx="4572000" cy="1828800"/>
          </a:xfrm>
          <a:prstGeom prst="rect">
            <a:avLst/>
          </a:prstGeom>
          <a:noFill/>
          <a:ln>
            <a:noFill/>
          </a:ln>
        </p:spPr>
        <p:txBody>
          <a:bodyPr anchorCtr="0" anchor="t" bIns="0" lIns="0" spcFirstLastPara="1" rIns="0" wrap="square" tIns="0">
            <a:normAutofit/>
          </a:bodyPr>
          <a:lstStyle>
            <a:lvl1pPr indent="-320040" lvl="0" marL="457200" algn="l">
              <a:lnSpc>
                <a:spcPct val="100000"/>
              </a:lnSpc>
              <a:spcBef>
                <a:spcPts val="1400"/>
              </a:spcBef>
              <a:spcAft>
                <a:spcPts val="0"/>
              </a:spcAft>
              <a:buSzPts val="1440"/>
              <a:buChar char="o"/>
              <a:defRPr sz="1800"/>
            </a:lvl1pPr>
            <a:lvl2pPr indent="-309880" lvl="1" marL="914400" algn="l">
              <a:lnSpc>
                <a:spcPct val="100000"/>
              </a:lnSpc>
              <a:spcBef>
                <a:spcPts val="500"/>
              </a:spcBef>
              <a:spcAft>
                <a:spcPts val="0"/>
              </a:spcAft>
              <a:buSzPts val="1280"/>
              <a:buChar char="o"/>
              <a:defRPr sz="1600"/>
            </a:lvl2pPr>
            <a:lvl3pPr indent="-299719" lvl="2" marL="1371600" algn="l">
              <a:lnSpc>
                <a:spcPct val="100000"/>
              </a:lnSpc>
              <a:spcBef>
                <a:spcPts val="500"/>
              </a:spcBef>
              <a:spcAft>
                <a:spcPts val="0"/>
              </a:spcAft>
              <a:buSzPts val="1120"/>
              <a:buChar char="o"/>
              <a:defRPr sz="1400"/>
            </a:lvl3pPr>
            <a:lvl4pPr indent="-289560" lvl="3" marL="1828800" algn="l">
              <a:lnSpc>
                <a:spcPct val="100000"/>
              </a:lnSpc>
              <a:spcBef>
                <a:spcPts val="500"/>
              </a:spcBef>
              <a:spcAft>
                <a:spcPts val="0"/>
              </a:spcAft>
              <a:buSzPts val="960"/>
              <a:buChar char="o"/>
              <a:defRPr sz="1200"/>
            </a:lvl4pPr>
            <a:lvl5pPr indent="-284479" lvl="4" marL="2286000" algn="l">
              <a:lnSpc>
                <a:spcPct val="100000"/>
              </a:lnSpc>
              <a:spcBef>
                <a:spcPts val="500"/>
              </a:spcBef>
              <a:spcAft>
                <a:spcPts val="0"/>
              </a:spcAft>
              <a:buSzPts val="880"/>
              <a:buChar char="o"/>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7"/>
          <p:cNvSpPr txBox="1"/>
          <p:nvPr>
            <p:ph idx="2" type="body"/>
          </p:nvPr>
        </p:nvSpPr>
        <p:spPr>
          <a:xfrm>
            <a:off x="1280160" y="3172968"/>
            <a:ext cx="10076688" cy="3108960"/>
          </a:xfrm>
          <a:prstGeom prst="rect">
            <a:avLst/>
          </a:prstGeom>
          <a:noFill/>
          <a:ln>
            <a:noFill/>
          </a:ln>
        </p:spPr>
        <p:txBody>
          <a:bodyPr anchorCtr="0" anchor="t" bIns="0" lIns="0" spcFirstLastPara="1" rIns="0" wrap="square" tIns="0">
            <a:normAutofit/>
          </a:bodyPr>
          <a:lstStyle>
            <a:lvl1pPr indent="-320040" lvl="0" marL="457200" algn="l">
              <a:lnSpc>
                <a:spcPct val="100000"/>
              </a:lnSpc>
              <a:spcBef>
                <a:spcPts val="1400"/>
              </a:spcBef>
              <a:spcAft>
                <a:spcPts val="0"/>
              </a:spcAft>
              <a:buSzPts val="1440"/>
              <a:buChar char="o"/>
              <a:defRPr sz="1800"/>
            </a:lvl1pPr>
            <a:lvl2pPr indent="-309880" lvl="1" marL="914400" algn="l">
              <a:lnSpc>
                <a:spcPct val="100000"/>
              </a:lnSpc>
              <a:spcBef>
                <a:spcPts val="500"/>
              </a:spcBef>
              <a:spcAft>
                <a:spcPts val="0"/>
              </a:spcAft>
              <a:buSzPts val="1280"/>
              <a:buChar char="o"/>
              <a:defRPr sz="1600"/>
            </a:lvl2pPr>
            <a:lvl3pPr indent="-299719" lvl="2" marL="1371600" algn="l">
              <a:lnSpc>
                <a:spcPct val="100000"/>
              </a:lnSpc>
              <a:spcBef>
                <a:spcPts val="500"/>
              </a:spcBef>
              <a:spcAft>
                <a:spcPts val="0"/>
              </a:spcAft>
              <a:buSzPts val="1120"/>
              <a:buChar char="o"/>
              <a:defRPr sz="1400"/>
            </a:lvl3pPr>
            <a:lvl4pPr indent="-289560" lvl="3" marL="1828800" algn="l">
              <a:lnSpc>
                <a:spcPct val="100000"/>
              </a:lnSpc>
              <a:spcBef>
                <a:spcPts val="500"/>
              </a:spcBef>
              <a:spcAft>
                <a:spcPts val="0"/>
              </a:spcAft>
              <a:buSzPts val="960"/>
              <a:buChar char="o"/>
              <a:defRPr sz="1200"/>
            </a:lvl4pPr>
            <a:lvl5pPr indent="-284479" lvl="4" marL="2286000" algn="l">
              <a:lnSpc>
                <a:spcPct val="100000"/>
              </a:lnSpc>
              <a:spcBef>
                <a:spcPts val="500"/>
              </a:spcBef>
              <a:spcAft>
                <a:spcPts val="0"/>
              </a:spcAft>
              <a:buSzPts val="880"/>
              <a:buChar char="o"/>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76" name="Google Shape;76;p27"/>
          <p:cNvCxnSpPr/>
          <p:nvPr/>
        </p:nvCxnSpPr>
        <p:spPr>
          <a:xfrm>
            <a:off x="1295400" y="822960"/>
            <a:ext cx="411480" cy="0"/>
          </a:xfrm>
          <a:prstGeom prst="straightConnector1">
            <a:avLst/>
          </a:prstGeom>
          <a:noFill/>
          <a:ln cap="flat" cmpd="sng" w="88900">
            <a:solidFill>
              <a:schemeClr val="accent1"/>
            </a:solidFill>
            <a:prstDash val="solid"/>
            <a:miter lim="800000"/>
            <a:headEnd len="sm" w="sm" type="none"/>
            <a:tailEnd len="sm" w="sm"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Table">
    <p:spTree>
      <p:nvGrpSpPr>
        <p:cNvPr id="77" name="Shape 77"/>
        <p:cNvGrpSpPr/>
        <p:nvPr/>
      </p:nvGrpSpPr>
      <p:grpSpPr>
        <a:xfrm>
          <a:off x="0" y="0"/>
          <a:ext cx="0" cy="0"/>
          <a:chOff x="0" y="0"/>
          <a:chExt cx="0" cy="0"/>
        </a:xfrm>
      </p:grpSpPr>
      <p:sp>
        <p:nvSpPr>
          <p:cNvPr id="78" name="Google Shape;78;p28"/>
          <p:cNvSpPr txBox="1"/>
          <p:nvPr>
            <p:ph idx="12" type="sldNum"/>
          </p:nvPr>
        </p:nvSpPr>
        <p:spPr>
          <a:xfrm>
            <a:off x="420624" y="6019801"/>
            <a:ext cx="457200" cy="18415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79" name="Google Shape;79;p28"/>
          <p:cNvSpPr txBox="1"/>
          <p:nvPr>
            <p:ph type="title"/>
          </p:nvPr>
        </p:nvSpPr>
        <p:spPr>
          <a:xfrm>
            <a:off x="1280160" y="1097280"/>
            <a:ext cx="9601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80" name="Google Shape;80;p28"/>
          <p:cNvCxnSpPr/>
          <p:nvPr/>
        </p:nvCxnSpPr>
        <p:spPr>
          <a:xfrm>
            <a:off x="1295400" y="822960"/>
            <a:ext cx="411480" cy="0"/>
          </a:xfrm>
          <a:prstGeom prst="straightConnector1">
            <a:avLst/>
          </a:prstGeom>
          <a:noFill/>
          <a:ln cap="flat" cmpd="sng" w="88900">
            <a:solidFill>
              <a:schemeClr val="accent1"/>
            </a:solidFill>
            <a:prstDash val="solid"/>
            <a:miter lim="800000"/>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howMasterSp="0">
  <p:cSld name="Closing">
    <p:bg>
      <p:bgPr>
        <a:solidFill>
          <a:schemeClr val="lt1"/>
        </a:solidFill>
      </p:bgPr>
    </p:bg>
    <p:spTree>
      <p:nvGrpSpPr>
        <p:cNvPr id="81" name="Shape 81"/>
        <p:cNvGrpSpPr/>
        <p:nvPr/>
      </p:nvGrpSpPr>
      <p:grpSpPr>
        <a:xfrm>
          <a:off x="0" y="0"/>
          <a:ext cx="0" cy="0"/>
          <a:chOff x="0" y="0"/>
          <a:chExt cx="0" cy="0"/>
        </a:xfrm>
      </p:grpSpPr>
      <p:sp>
        <p:nvSpPr>
          <p:cNvPr id="82" name="Google Shape;82;p29"/>
          <p:cNvSpPr txBox="1"/>
          <p:nvPr>
            <p:ph type="title"/>
          </p:nvPr>
        </p:nvSpPr>
        <p:spPr>
          <a:xfrm>
            <a:off x="841248" y="3163824"/>
            <a:ext cx="10515600" cy="2322576"/>
          </a:xfrm>
          <a:prstGeom prst="rect">
            <a:avLst/>
          </a:prstGeom>
          <a:noFill/>
          <a:ln>
            <a:noFill/>
          </a:ln>
        </p:spPr>
        <p:txBody>
          <a:bodyPr anchorCtr="0" anchor="ctr" bIns="0" lIns="0" spcFirstLastPara="1" rIns="0" wrap="square" tIns="0">
            <a:noAutofit/>
          </a:bodyPr>
          <a:lstStyle>
            <a:lvl1pPr lvl="0" algn="ctr">
              <a:lnSpc>
                <a:spcPct val="90000"/>
              </a:lnSpc>
              <a:spcBef>
                <a:spcPts val="0"/>
              </a:spcBef>
              <a:spcAft>
                <a:spcPts val="0"/>
              </a:spcAft>
              <a:buClr>
                <a:schemeClr val="dk1"/>
              </a:buClr>
              <a:buSzPts val="5400"/>
              <a:buFont typeface="Arial"/>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29"/>
          <p:cNvSpPr/>
          <p:nvPr>
            <p:ph idx="2" type="pic"/>
          </p:nvPr>
        </p:nvSpPr>
        <p:spPr>
          <a:xfrm>
            <a:off x="4953000" y="548640"/>
            <a:ext cx="2286000" cy="2286000"/>
          </a:xfrm>
          <a:prstGeom prst="ellipse">
            <a:avLst/>
          </a:prstGeom>
          <a:noFill/>
          <a:ln>
            <a:noFill/>
          </a:ln>
        </p:spPr>
      </p:sp>
      <p:sp>
        <p:nvSpPr>
          <p:cNvPr id="84" name="Google Shape;84;p29"/>
          <p:cNvSpPr txBox="1"/>
          <p:nvPr>
            <p:ph idx="1" type="body"/>
          </p:nvPr>
        </p:nvSpPr>
        <p:spPr>
          <a:xfrm>
            <a:off x="1572768" y="6044184"/>
            <a:ext cx="9116568" cy="365760"/>
          </a:xfrm>
          <a:prstGeom prst="rect">
            <a:avLst/>
          </a:prstGeom>
          <a:noFill/>
          <a:ln>
            <a:noFill/>
          </a:ln>
        </p:spPr>
        <p:txBody>
          <a:bodyPr anchorCtr="0" anchor="t" bIns="0" lIns="0" spcFirstLastPara="1" rIns="0" wrap="square" tIns="0">
            <a:noAutofit/>
          </a:bodyPr>
          <a:lstStyle>
            <a:lvl1pPr indent="-228600" lvl="0" marL="457200" algn="ctr">
              <a:lnSpc>
                <a:spcPct val="90000"/>
              </a:lnSpc>
              <a:spcBef>
                <a:spcPts val="0"/>
              </a:spcBef>
              <a:spcAft>
                <a:spcPts val="0"/>
              </a:spcAft>
              <a:buSzPts val="2400"/>
              <a:buNone/>
              <a:defRPr sz="2400" cap="none"/>
            </a:lvl1pPr>
            <a:lvl2pPr indent="-342900" lvl="1" marL="914400" algn="l">
              <a:lnSpc>
                <a:spcPct val="100000"/>
              </a:lnSpc>
              <a:spcBef>
                <a:spcPts val="500"/>
              </a:spcBef>
              <a:spcAft>
                <a:spcPts val="0"/>
              </a:spcAft>
              <a:buSzPts val="1800"/>
              <a:buChar char="o"/>
              <a:defRPr/>
            </a:lvl2pPr>
            <a:lvl3pPr indent="-342900" lvl="2" marL="1371600" algn="l">
              <a:lnSpc>
                <a:spcPct val="100000"/>
              </a:lnSpc>
              <a:spcBef>
                <a:spcPts val="500"/>
              </a:spcBef>
              <a:spcAft>
                <a:spcPts val="0"/>
              </a:spcAft>
              <a:buSzPts val="1800"/>
              <a:buChar char="o"/>
              <a:defRPr/>
            </a:lvl3pPr>
            <a:lvl4pPr indent="-342900" lvl="3" marL="1828800" algn="l">
              <a:lnSpc>
                <a:spcPct val="100000"/>
              </a:lnSpc>
              <a:spcBef>
                <a:spcPts val="500"/>
              </a:spcBef>
              <a:spcAft>
                <a:spcPts val="0"/>
              </a:spcAft>
              <a:buSzPts val="1800"/>
              <a:buChar char="o"/>
              <a:defRPr/>
            </a:lvl4pPr>
            <a:lvl5pPr indent="-342900" lvl="4" marL="2286000" algn="l">
              <a:lnSpc>
                <a:spcPct val="100000"/>
              </a:lnSpc>
              <a:spcBef>
                <a:spcPts val="500"/>
              </a:spcBef>
              <a:spcAft>
                <a:spcPts val="0"/>
              </a:spcAft>
              <a:buSzPts val="1800"/>
              <a:buChar char="o"/>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29"/>
          <p:cNvSpPr/>
          <p:nvPr/>
        </p:nvSpPr>
        <p:spPr>
          <a:xfrm>
            <a:off x="5891213" y="5628222"/>
            <a:ext cx="409575" cy="8830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6"/>
          <p:cNvSpPr txBox="1"/>
          <p:nvPr>
            <p:ph type="title"/>
          </p:nvPr>
        </p:nvSpPr>
        <p:spPr>
          <a:xfrm>
            <a:off x="1295400" y="609600"/>
            <a:ext cx="9821955" cy="1256118"/>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6"/>
          <p:cNvSpPr txBox="1"/>
          <p:nvPr>
            <p:ph idx="1" type="body"/>
          </p:nvPr>
        </p:nvSpPr>
        <p:spPr>
          <a:xfrm>
            <a:off x="1295400" y="1855945"/>
            <a:ext cx="9821955" cy="4351338"/>
          </a:xfrm>
          <a:prstGeom prst="rect">
            <a:avLst/>
          </a:prstGeom>
          <a:noFill/>
          <a:ln>
            <a:noFill/>
          </a:ln>
        </p:spPr>
        <p:txBody>
          <a:bodyPr anchorCtr="0" anchor="t" bIns="0" lIns="0" spcFirstLastPara="1" rIns="0" wrap="square" tIns="0">
            <a:noAutofit/>
          </a:bodyPr>
          <a:lstStyle>
            <a:lvl1pPr indent="-381000" lvl="0" marL="457200" marR="0" rtl="0" algn="l">
              <a:lnSpc>
                <a:spcPct val="100000"/>
              </a:lnSpc>
              <a:spcBef>
                <a:spcPts val="1000"/>
              </a:spcBef>
              <a:spcAft>
                <a:spcPts val="0"/>
              </a:spcAft>
              <a:buClr>
                <a:schemeClr val="accent1"/>
              </a:buClr>
              <a:buSzPts val="2400"/>
              <a:buFont typeface="Courier New"/>
              <a:buChar char="o"/>
              <a:defRPr b="0" i="0" sz="2400" u="none" cap="none" strike="noStrike">
                <a:solidFill>
                  <a:schemeClr val="dk1"/>
                </a:solidFill>
                <a:latin typeface="Arial"/>
                <a:ea typeface="Arial"/>
                <a:cs typeface="Arial"/>
                <a:sym typeface="Arial"/>
              </a:defRPr>
            </a:lvl1pPr>
            <a:lvl2pPr indent="-355600" lvl="1" marL="914400" marR="0" rtl="0" algn="l">
              <a:lnSpc>
                <a:spcPct val="100000"/>
              </a:lnSpc>
              <a:spcBef>
                <a:spcPts val="500"/>
              </a:spcBef>
              <a:spcAft>
                <a:spcPts val="0"/>
              </a:spcAft>
              <a:buClr>
                <a:schemeClr val="accent1"/>
              </a:buClr>
              <a:buSzPts val="2000"/>
              <a:buFont typeface="Courier New"/>
              <a:buChar char="o"/>
              <a:defRPr b="0" i="0" sz="2000" u="none" cap="none" strike="noStrike">
                <a:solidFill>
                  <a:schemeClr val="dk1"/>
                </a:solidFill>
                <a:latin typeface="Arial"/>
                <a:ea typeface="Arial"/>
                <a:cs typeface="Arial"/>
                <a:sym typeface="Arial"/>
              </a:defRPr>
            </a:lvl2pPr>
            <a:lvl3pPr indent="-342900" lvl="2" marL="1371600" marR="0" rtl="0" algn="l">
              <a:lnSpc>
                <a:spcPct val="100000"/>
              </a:lnSpc>
              <a:spcBef>
                <a:spcPts val="500"/>
              </a:spcBef>
              <a:spcAft>
                <a:spcPts val="0"/>
              </a:spcAft>
              <a:buClr>
                <a:schemeClr val="accent1"/>
              </a:buClr>
              <a:buSzPts val="1800"/>
              <a:buFont typeface="Courier New"/>
              <a:buChar char="o"/>
              <a:defRPr b="0" i="0" sz="1800" u="none" cap="none" strike="noStrike">
                <a:solidFill>
                  <a:schemeClr val="dk1"/>
                </a:solidFill>
                <a:latin typeface="Arial"/>
                <a:ea typeface="Arial"/>
                <a:cs typeface="Arial"/>
                <a:sym typeface="Arial"/>
              </a:defRPr>
            </a:lvl3pPr>
            <a:lvl4pPr indent="-330200" lvl="3" marL="1828800" marR="0" rtl="0" algn="l">
              <a:lnSpc>
                <a:spcPct val="100000"/>
              </a:lnSpc>
              <a:spcBef>
                <a:spcPts val="500"/>
              </a:spcBef>
              <a:spcAft>
                <a:spcPts val="0"/>
              </a:spcAft>
              <a:buClr>
                <a:schemeClr val="accent1"/>
              </a:buClr>
              <a:buSzPts val="1600"/>
              <a:buFont typeface="Courier New"/>
              <a:buChar char="o"/>
              <a:defRPr b="0" i="0" sz="1600" u="none" cap="none" strike="noStrike">
                <a:solidFill>
                  <a:schemeClr val="dk1"/>
                </a:solidFill>
                <a:latin typeface="Arial"/>
                <a:ea typeface="Arial"/>
                <a:cs typeface="Arial"/>
                <a:sym typeface="Arial"/>
              </a:defRPr>
            </a:lvl4pPr>
            <a:lvl5pPr indent="-317500" lvl="4" marL="2286000" marR="0" rtl="0" algn="l">
              <a:lnSpc>
                <a:spcPct val="100000"/>
              </a:lnSpc>
              <a:spcBef>
                <a:spcPts val="500"/>
              </a:spcBef>
              <a:spcAft>
                <a:spcPts val="0"/>
              </a:spcAft>
              <a:buClr>
                <a:schemeClr val="accent1"/>
              </a:buClr>
              <a:buSzPts val="1400"/>
              <a:buFont typeface="Courier New"/>
              <a:buChar char="o"/>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6"/>
          <p:cNvSpPr txBox="1"/>
          <p:nvPr>
            <p:ph idx="12" type="sldNum"/>
          </p:nvPr>
        </p:nvSpPr>
        <p:spPr>
          <a:xfrm>
            <a:off x="420624" y="6019801"/>
            <a:ext cx="457200" cy="184150"/>
          </a:xfrm>
          <a:prstGeom prst="rect">
            <a:avLst/>
          </a:prstGeom>
          <a:noFill/>
          <a:ln>
            <a:noFill/>
          </a:ln>
        </p:spPr>
        <p:txBody>
          <a:bodyPr anchorCtr="0" anchor="ctr" bIns="0" lIns="0" spcFirstLastPara="1" rIns="0" wrap="square" tIns="0">
            <a:noAutofit/>
          </a:bodyPr>
          <a:lstStyle>
            <a:lvl1pPr indent="0" lvl="0" marL="0" marR="0" rtl="0" algn="ctr">
              <a:spcBef>
                <a:spcPts val="0"/>
              </a:spcBef>
              <a:buNone/>
              <a:defRPr b="0" i="0" sz="1200" u="none" cap="none" strike="noStrike">
                <a:solidFill>
                  <a:schemeClr val="accent1"/>
                </a:solidFill>
                <a:latin typeface="Arial"/>
                <a:ea typeface="Arial"/>
                <a:cs typeface="Arial"/>
                <a:sym typeface="Arial"/>
              </a:defRPr>
            </a:lvl1pPr>
            <a:lvl2pPr indent="0" lvl="1" marL="0" marR="0" rtl="0" algn="ctr">
              <a:spcBef>
                <a:spcPts val="0"/>
              </a:spcBef>
              <a:buNone/>
              <a:defRPr b="0" i="0" sz="1200" u="none" cap="none" strike="noStrike">
                <a:solidFill>
                  <a:schemeClr val="accent1"/>
                </a:solidFill>
                <a:latin typeface="Arial"/>
                <a:ea typeface="Arial"/>
                <a:cs typeface="Arial"/>
                <a:sym typeface="Arial"/>
              </a:defRPr>
            </a:lvl2pPr>
            <a:lvl3pPr indent="0" lvl="2" marL="0" marR="0" rtl="0" algn="ctr">
              <a:spcBef>
                <a:spcPts val="0"/>
              </a:spcBef>
              <a:buNone/>
              <a:defRPr b="0" i="0" sz="1200" u="none" cap="none" strike="noStrike">
                <a:solidFill>
                  <a:schemeClr val="accent1"/>
                </a:solidFill>
                <a:latin typeface="Arial"/>
                <a:ea typeface="Arial"/>
                <a:cs typeface="Arial"/>
                <a:sym typeface="Arial"/>
              </a:defRPr>
            </a:lvl3pPr>
            <a:lvl4pPr indent="0" lvl="3" marL="0" marR="0" rtl="0" algn="ctr">
              <a:spcBef>
                <a:spcPts val="0"/>
              </a:spcBef>
              <a:buNone/>
              <a:defRPr b="0" i="0" sz="1200" u="none" cap="none" strike="noStrike">
                <a:solidFill>
                  <a:schemeClr val="accent1"/>
                </a:solidFill>
                <a:latin typeface="Arial"/>
                <a:ea typeface="Arial"/>
                <a:cs typeface="Arial"/>
                <a:sym typeface="Arial"/>
              </a:defRPr>
            </a:lvl4pPr>
            <a:lvl5pPr indent="0" lvl="4" marL="0" marR="0" rtl="0" algn="ctr">
              <a:spcBef>
                <a:spcPts val="0"/>
              </a:spcBef>
              <a:buNone/>
              <a:defRPr b="0" i="0" sz="1200" u="none" cap="none" strike="noStrike">
                <a:solidFill>
                  <a:schemeClr val="accent1"/>
                </a:solidFill>
                <a:latin typeface="Arial"/>
                <a:ea typeface="Arial"/>
                <a:cs typeface="Arial"/>
                <a:sym typeface="Arial"/>
              </a:defRPr>
            </a:lvl5pPr>
            <a:lvl6pPr indent="0" lvl="5" marL="0" marR="0" rtl="0" algn="ctr">
              <a:spcBef>
                <a:spcPts val="0"/>
              </a:spcBef>
              <a:buNone/>
              <a:defRPr b="0" i="0" sz="1200" u="none" cap="none" strike="noStrike">
                <a:solidFill>
                  <a:schemeClr val="accent1"/>
                </a:solidFill>
                <a:latin typeface="Arial"/>
                <a:ea typeface="Arial"/>
                <a:cs typeface="Arial"/>
                <a:sym typeface="Arial"/>
              </a:defRPr>
            </a:lvl6pPr>
            <a:lvl7pPr indent="0" lvl="6" marL="0" marR="0" rtl="0" algn="ctr">
              <a:spcBef>
                <a:spcPts val="0"/>
              </a:spcBef>
              <a:buNone/>
              <a:defRPr b="0" i="0" sz="1200" u="none" cap="none" strike="noStrike">
                <a:solidFill>
                  <a:schemeClr val="accent1"/>
                </a:solidFill>
                <a:latin typeface="Arial"/>
                <a:ea typeface="Arial"/>
                <a:cs typeface="Arial"/>
                <a:sym typeface="Arial"/>
              </a:defRPr>
            </a:lvl7pPr>
            <a:lvl8pPr indent="0" lvl="7" marL="0" marR="0" rtl="0" algn="ctr">
              <a:spcBef>
                <a:spcPts val="0"/>
              </a:spcBef>
              <a:buNone/>
              <a:defRPr b="0" i="0" sz="1200" u="none" cap="none" strike="noStrike">
                <a:solidFill>
                  <a:schemeClr val="accent1"/>
                </a:solidFill>
                <a:latin typeface="Arial"/>
                <a:ea typeface="Arial"/>
                <a:cs typeface="Arial"/>
                <a:sym typeface="Arial"/>
              </a:defRPr>
            </a:lvl8pPr>
            <a:lvl9pPr indent="0" lvl="8" marL="0" marR="0" rtl="0" algn="ctr">
              <a:spcBef>
                <a:spcPts val="0"/>
              </a:spcBef>
              <a:buNone/>
              <a:defRPr b="0" i="0" sz="1200" u="none" cap="none" strike="noStrike">
                <a:solidFill>
                  <a:schemeClr val="accen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396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hyperlink" Target="https://ieee-dataport.org/documents/diabetics-datase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hyperlink" Target="https://www.researchgate.net/publication/380894283_Towards_Transparent_Diabetes_Prediction_Unveiling_the_Factors_with_Explainable_AI" TargetMode="External"/><Relationship Id="rId4" Type="http://schemas.openxmlformats.org/officeDocument/2006/relationships/hyperlink" Target="https://www.nature.com/articles/s41746-018-0029-1" TargetMode="External"/><Relationship Id="rId5" Type="http://schemas.openxmlformats.org/officeDocument/2006/relationships/hyperlink" Target="https://arxiv.org/abs/1812.04608" TargetMode="External"/><Relationship Id="rId6" Type="http://schemas.openxmlformats.org/officeDocument/2006/relationships/hyperlink" Target="https://link.springer.com/chapter/10.1007/978-3-319-28031-8_28" TargetMode="External"/><Relationship Id="rId7" Type="http://schemas.openxmlformats.org/officeDocument/2006/relationships/hyperlink" Target="https://pubmed.ncbi.nlm.nih.gov/28494618/" TargetMode="External"/><Relationship Id="rId8" Type="http://schemas.openxmlformats.org/officeDocument/2006/relationships/hyperlink" Target="https://arxiv.org/pdf/2304.04780"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
          <p:cNvSpPr txBox="1"/>
          <p:nvPr>
            <p:ph type="title"/>
          </p:nvPr>
        </p:nvSpPr>
        <p:spPr>
          <a:xfrm>
            <a:off x="838200" y="1417320"/>
            <a:ext cx="10515600" cy="402336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000"/>
              <a:buFont typeface="Arial"/>
              <a:buNone/>
            </a:pPr>
            <a:r>
              <a:rPr lang="en-US" sz="4000"/>
              <a:t>ENHANCING DIABETES PREDICTION USING EXPLAINABLE AI</a:t>
            </a:r>
            <a:endParaRPr/>
          </a:p>
        </p:txBody>
      </p:sp>
      <p:sp>
        <p:nvSpPr>
          <p:cNvPr id="91" name="Google Shape;91;p1"/>
          <p:cNvSpPr txBox="1"/>
          <p:nvPr>
            <p:ph idx="1" type="subTitle"/>
          </p:nvPr>
        </p:nvSpPr>
        <p:spPr>
          <a:xfrm>
            <a:off x="1524000" y="6044184"/>
            <a:ext cx="9144000" cy="356616"/>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400"/>
              <a:buNone/>
            </a:pPr>
            <a:r>
              <a:rPr lang="en-US"/>
              <a:t>VIBHA GAUTAM 			2023004512 (37)</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ph type="title"/>
          </p:nvPr>
        </p:nvSpPr>
        <p:spPr>
          <a:xfrm>
            <a:off x="1280160" y="1097280"/>
            <a:ext cx="4114800" cy="550545"/>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3200"/>
              <a:buFont typeface="Arial"/>
              <a:buNone/>
            </a:pPr>
            <a:r>
              <a:rPr lang="en-US"/>
              <a:t>AGENDA</a:t>
            </a:r>
            <a:endParaRPr/>
          </a:p>
        </p:txBody>
      </p:sp>
      <p:sp>
        <p:nvSpPr>
          <p:cNvPr id="97" name="Google Shape;97;p2"/>
          <p:cNvSpPr txBox="1"/>
          <p:nvPr>
            <p:ph idx="1" type="body"/>
          </p:nvPr>
        </p:nvSpPr>
        <p:spPr>
          <a:xfrm>
            <a:off x="1280160" y="1647825"/>
            <a:ext cx="3777615" cy="4817554"/>
          </a:xfrm>
          <a:prstGeom prst="rect">
            <a:avLst/>
          </a:prstGeom>
          <a:noFill/>
          <a:ln>
            <a:noFill/>
          </a:ln>
        </p:spPr>
        <p:txBody>
          <a:bodyPr anchorCtr="0" anchor="t" bIns="0" lIns="0" spcFirstLastPara="1" rIns="0" wrap="square" tIns="0">
            <a:noAutofit/>
          </a:bodyPr>
          <a:lstStyle/>
          <a:p>
            <a:pPr indent="-457200" lvl="0" marL="457200" rtl="0" algn="l">
              <a:lnSpc>
                <a:spcPct val="100000"/>
              </a:lnSpc>
              <a:spcBef>
                <a:spcPts val="0"/>
              </a:spcBef>
              <a:spcAft>
                <a:spcPts val="0"/>
              </a:spcAft>
              <a:buClr>
                <a:schemeClr val="accent1"/>
              </a:buClr>
              <a:buSzPts val="2000"/>
              <a:buFont typeface="Courier New"/>
              <a:buChar char="o"/>
            </a:pPr>
            <a:r>
              <a:rPr lang="en-US" sz="2000"/>
              <a:t>ABSTRACT AND KEYWORDS</a:t>
            </a:r>
            <a:endParaRPr/>
          </a:p>
          <a:p>
            <a:pPr indent="-457200" lvl="0" marL="457200" rtl="0" algn="l">
              <a:lnSpc>
                <a:spcPct val="100000"/>
              </a:lnSpc>
              <a:spcBef>
                <a:spcPts val="1400"/>
              </a:spcBef>
              <a:spcAft>
                <a:spcPts val="0"/>
              </a:spcAft>
              <a:buClr>
                <a:schemeClr val="accent1"/>
              </a:buClr>
              <a:buSzPts val="2000"/>
              <a:buFont typeface="Courier New"/>
              <a:buChar char="o"/>
            </a:pPr>
            <a:r>
              <a:rPr lang="en-US" sz="2000"/>
              <a:t>INTRODUCTION</a:t>
            </a:r>
            <a:endParaRPr/>
          </a:p>
          <a:p>
            <a:pPr indent="-457200" lvl="0" marL="457200" rtl="0" algn="l">
              <a:lnSpc>
                <a:spcPct val="100000"/>
              </a:lnSpc>
              <a:spcBef>
                <a:spcPts val="1400"/>
              </a:spcBef>
              <a:spcAft>
                <a:spcPts val="0"/>
              </a:spcAft>
              <a:buClr>
                <a:schemeClr val="accent1"/>
              </a:buClr>
              <a:buSzPts val="2000"/>
              <a:buFont typeface="Courier New"/>
              <a:buChar char="o"/>
            </a:pPr>
            <a:r>
              <a:rPr lang="en-US" sz="2000"/>
              <a:t>PROBLEM DEFINITION</a:t>
            </a:r>
            <a:endParaRPr/>
          </a:p>
          <a:p>
            <a:pPr indent="-457200" lvl="0" marL="457200" rtl="0" algn="l">
              <a:lnSpc>
                <a:spcPct val="100000"/>
              </a:lnSpc>
              <a:spcBef>
                <a:spcPts val="1400"/>
              </a:spcBef>
              <a:spcAft>
                <a:spcPts val="0"/>
              </a:spcAft>
              <a:buClr>
                <a:schemeClr val="accent1"/>
              </a:buClr>
              <a:buSzPts val="2000"/>
              <a:buFont typeface="Courier New"/>
              <a:buChar char="o"/>
            </a:pPr>
            <a:r>
              <a:rPr lang="en-US" sz="2000"/>
              <a:t>DATA DESCRIPTION</a:t>
            </a:r>
            <a:endParaRPr/>
          </a:p>
          <a:p>
            <a:pPr indent="-457200" lvl="0" marL="457200" rtl="0" algn="l">
              <a:lnSpc>
                <a:spcPct val="100000"/>
              </a:lnSpc>
              <a:spcBef>
                <a:spcPts val="1400"/>
              </a:spcBef>
              <a:spcAft>
                <a:spcPts val="0"/>
              </a:spcAft>
              <a:buClr>
                <a:schemeClr val="accent1"/>
              </a:buClr>
              <a:buSzPts val="2000"/>
              <a:buFont typeface="Courier New"/>
              <a:buChar char="o"/>
            </a:pPr>
            <a:r>
              <a:rPr lang="en-US" sz="2000"/>
              <a:t>LITERATURE SURVEY</a:t>
            </a:r>
            <a:endParaRPr/>
          </a:p>
          <a:p>
            <a:pPr indent="-457200" lvl="0" marL="457200" rtl="0" algn="l">
              <a:lnSpc>
                <a:spcPct val="100000"/>
              </a:lnSpc>
              <a:spcBef>
                <a:spcPts val="1400"/>
              </a:spcBef>
              <a:spcAft>
                <a:spcPts val="0"/>
              </a:spcAft>
              <a:buClr>
                <a:schemeClr val="accent1"/>
              </a:buClr>
              <a:buSzPts val="2000"/>
              <a:buFont typeface="Courier New"/>
              <a:buChar char="o"/>
            </a:pPr>
            <a:r>
              <a:rPr lang="en-US" sz="2000"/>
              <a:t>METHODOLOGY</a:t>
            </a:r>
            <a:endParaRPr/>
          </a:p>
          <a:p>
            <a:pPr indent="-457200" lvl="0" marL="457200" rtl="0" algn="l">
              <a:lnSpc>
                <a:spcPct val="100000"/>
              </a:lnSpc>
              <a:spcBef>
                <a:spcPts val="1400"/>
              </a:spcBef>
              <a:spcAft>
                <a:spcPts val="0"/>
              </a:spcAft>
              <a:buClr>
                <a:schemeClr val="accent1"/>
              </a:buClr>
              <a:buSzPts val="2000"/>
              <a:buFont typeface="Courier New"/>
              <a:buChar char="o"/>
            </a:pPr>
            <a:r>
              <a:rPr lang="en-US" sz="2000"/>
              <a:t>EVALUATION</a:t>
            </a:r>
            <a:endParaRPr/>
          </a:p>
          <a:p>
            <a:pPr indent="-457200" lvl="0" marL="457200" rtl="0" algn="l">
              <a:lnSpc>
                <a:spcPct val="100000"/>
              </a:lnSpc>
              <a:spcBef>
                <a:spcPts val="1400"/>
              </a:spcBef>
              <a:spcAft>
                <a:spcPts val="0"/>
              </a:spcAft>
              <a:buClr>
                <a:schemeClr val="accent1"/>
              </a:buClr>
              <a:buSzPts val="2000"/>
              <a:buFont typeface="Courier New"/>
              <a:buChar char="o"/>
            </a:pPr>
            <a:r>
              <a:rPr lang="en-US" sz="2000"/>
              <a:t>HELPING SOCIETY</a:t>
            </a:r>
            <a:endParaRPr/>
          </a:p>
          <a:p>
            <a:pPr indent="-457200" lvl="0" marL="457200" rtl="0" algn="l">
              <a:lnSpc>
                <a:spcPct val="100000"/>
              </a:lnSpc>
              <a:spcBef>
                <a:spcPts val="1400"/>
              </a:spcBef>
              <a:spcAft>
                <a:spcPts val="0"/>
              </a:spcAft>
              <a:buClr>
                <a:schemeClr val="accent1"/>
              </a:buClr>
              <a:buSzPts val="2000"/>
              <a:buFont typeface="Courier New"/>
              <a:buChar char="o"/>
            </a:pPr>
            <a:r>
              <a:rPr lang="en-US" sz="2000"/>
              <a:t>FUTURE SCOPE</a:t>
            </a:r>
            <a:endParaRPr/>
          </a:p>
          <a:p>
            <a:pPr indent="-457200" lvl="0" marL="457200" rtl="0" algn="l">
              <a:lnSpc>
                <a:spcPct val="100000"/>
              </a:lnSpc>
              <a:spcBef>
                <a:spcPts val="1400"/>
              </a:spcBef>
              <a:spcAft>
                <a:spcPts val="0"/>
              </a:spcAft>
              <a:buClr>
                <a:schemeClr val="accent1"/>
              </a:buClr>
              <a:buSzPts val="2000"/>
              <a:buFont typeface="Courier New"/>
              <a:buChar char="o"/>
            </a:pPr>
            <a:r>
              <a:rPr lang="en-US" sz="2000"/>
              <a:t>CONCLUSION</a:t>
            </a:r>
            <a:endParaRPr/>
          </a:p>
        </p:txBody>
      </p:sp>
      <p:pic>
        <p:nvPicPr>
          <p:cNvPr descr="Pipette diffusing dyes in flasks" id="98" name="Google Shape;98;p2"/>
          <p:cNvPicPr preferRelativeResize="0"/>
          <p:nvPr>
            <p:ph idx="2" type="pic"/>
          </p:nvPr>
        </p:nvPicPr>
        <p:blipFill rotWithShape="1">
          <a:blip r:embed="rId3">
            <a:alphaModFix/>
          </a:blip>
          <a:srcRect b="97" l="0" r="0" t="97"/>
          <a:stretch/>
        </p:blipFill>
        <p:spPr>
          <a:xfrm>
            <a:off x="5687568" y="1435608"/>
            <a:ext cx="5897880" cy="397764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3"/>
          <p:cNvSpPr txBox="1"/>
          <p:nvPr>
            <p:ph idx="1" type="subTitle"/>
          </p:nvPr>
        </p:nvSpPr>
        <p:spPr>
          <a:xfrm>
            <a:off x="2521077" y="5961031"/>
            <a:ext cx="8880347" cy="693039"/>
          </a:xfrm>
          <a:prstGeom prst="rect">
            <a:avLst/>
          </a:prstGeom>
          <a:noFill/>
          <a:ln>
            <a:noFill/>
          </a:ln>
        </p:spPr>
        <p:txBody>
          <a:bodyPr anchorCtr="0" anchor="t" bIns="0" lIns="0" spcFirstLastPara="1" rIns="0" wrap="square" tIns="0">
            <a:normAutofit/>
          </a:bodyPr>
          <a:lstStyle/>
          <a:p>
            <a:pPr indent="0" lvl="0" marL="0" rtl="0" algn="r">
              <a:lnSpc>
                <a:spcPct val="100000"/>
              </a:lnSpc>
              <a:spcBef>
                <a:spcPts val="0"/>
              </a:spcBef>
              <a:spcAft>
                <a:spcPts val="0"/>
              </a:spcAft>
              <a:buSzPts val="1800"/>
              <a:buNone/>
            </a:pPr>
            <a:r>
              <a:rPr lang="en-US" sz="1800"/>
              <a:t>Explainable AI, Deep Learning, Diabetes Prediction, SHAP, LIME, DICE, Healthcare, Interpretability, Machine Learning, Clinical Decision-Making, Transparent Models.</a:t>
            </a:r>
            <a:endParaRPr/>
          </a:p>
        </p:txBody>
      </p:sp>
      <p:pic>
        <p:nvPicPr>
          <p:cNvPr descr="Close up of bubbles" id="104" name="Google Shape;104;p3"/>
          <p:cNvPicPr preferRelativeResize="0"/>
          <p:nvPr>
            <p:ph idx="2" type="pic"/>
          </p:nvPr>
        </p:nvPicPr>
        <p:blipFill rotWithShape="1">
          <a:blip r:embed="rId3">
            <a:alphaModFix/>
          </a:blip>
          <a:srcRect b="0" l="83" r="82" t="0"/>
          <a:stretch/>
        </p:blipFill>
        <p:spPr>
          <a:xfrm>
            <a:off x="0" y="1"/>
            <a:ext cx="12188952" cy="2066924"/>
          </a:xfrm>
          <a:prstGeom prst="rect">
            <a:avLst/>
          </a:prstGeom>
          <a:noFill/>
          <a:ln>
            <a:noFill/>
          </a:ln>
        </p:spPr>
      </p:pic>
      <p:sp>
        <p:nvSpPr>
          <p:cNvPr id="105" name="Google Shape;105;p3"/>
          <p:cNvSpPr txBox="1"/>
          <p:nvPr>
            <p:ph type="ctrTitle"/>
          </p:nvPr>
        </p:nvSpPr>
        <p:spPr>
          <a:xfrm>
            <a:off x="3613023" y="1002030"/>
            <a:ext cx="4321302" cy="59817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5400"/>
              <a:buFont typeface="Arial"/>
              <a:buNone/>
            </a:pPr>
            <a:r>
              <a:rPr lang="en-US"/>
              <a:t>ABSTRACT</a:t>
            </a:r>
            <a:endParaRPr/>
          </a:p>
        </p:txBody>
      </p:sp>
      <p:sp>
        <p:nvSpPr>
          <p:cNvPr id="106" name="Google Shape;106;p3"/>
          <p:cNvSpPr txBox="1"/>
          <p:nvPr/>
        </p:nvSpPr>
        <p:spPr>
          <a:xfrm>
            <a:off x="603123" y="5922168"/>
            <a:ext cx="2178177" cy="385382"/>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KEYWORDS</a:t>
            </a:r>
            <a:endParaRPr/>
          </a:p>
        </p:txBody>
      </p:sp>
      <p:sp>
        <p:nvSpPr>
          <p:cNvPr id="107" name="Google Shape;107;p3"/>
          <p:cNvSpPr txBox="1"/>
          <p:nvPr/>
        </p:nvSpPr>
        <p:spPr>
          <a:xfrm>
            <a:off x="789051" y="2535555"/>
            <a:ext cx="10613897" cy="24765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chemeClr val="accent1"/>
              </a:buClr>
              <a:buSzPts val="2000"/>
              <a:buFont typeface="Courier New"/>
              <a:buNone/>
            </a:pPr>
            <a:r>
              <a:rPr b="0" i="0" lang="en-US" sz="2000" u="none" cap="none" strike="noStrike">
                <a:solidFill>
                  <a:schemeClr val="dk1"/>
                </a:solidFill>
                <a:latin typeface="Arial"/>
                <a:ea typeface="Arial"/>
                <a:cs typeface="Arial"/>
                <a:sym typeface="Arial"/>
              </a:rPr>
              <a:t>We apply Explainable AI (XAI) techniques alongside deep learning to predict diabetes. Deep learning models, while accurate, often lack interpretability, limiting their use in healthcare. This project integrates XAI methods like SHAP and LIME to enhance transparency and provide clear, actionable predictions. The results show that explainable models can balance accuracy with interpretability, offering crucial insights for clinical decision-making and improving trust in AI-driven healthcare solutions.</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4"/>
          <p:cNvSpPr txBox="1"/>
          <p:nvPr>
            <p:ph type="ctrTitle"/>
          </p:nvPr>
        </p:nvSpPr>
        <p:spPr>
          <a:xfrm>
            <a:off x="975357" y="1233484"/>
            <a:ext cx="10241280" cy="666750"/>
          </a:xfrm>
          <a:prstGeom prst="rect">
            <a:avLst/>
          </a:prstGeom>
          <a:noFill/>
          <a:ln>
            <a:noFill/>
          </a:ln>
        </p:spPr>
        <p:txBody>
          <a:bodyPr anchorCtr="0" anchor="b" bIns="0" lIns="0" spcFirstLastPara="1" rIns="0" wrap="square" tIns="0">
            <a:noAutofit/>
          </a:bodyPr>
          <a:lstStyle/>
          <a:p>
            <a:pPr indent="0" lvl="0" marL="0" rtl="0" algn="ctr">
              <a:lnSpc>
                <a:spcPct val="90000"/>
              </a:lnSpc>
              <a:spcBef>
                <a:spcPts val="0"/>
              </a:spcBef>
              <a:spcAft>
                <a:spcPts val="0"/>
              </a:spcAft>
              <a:buClr>
                <a:schemeClr val="dk1"/>
              </a:buClr>
              <a:buSzPts val="4800"/>
              <a:buFont typeface="Arial"/>
              <a:buNone/>
            </a:pPr>
            <a:r>
              <a:rPr lang="en-US" sz="4800"/>
              <a:t>INTRODUCTION</a:t>
            </a:r>
            <a:endParaRPr/>
          </a:p>
        </p:txBody>
      </p:sp>
      <p:sp>
        <p:nvSpPr>
          <p:cNvPr id="113" name="Google Shape;113;p4"/>
          <p:cNvSpPr/>
          <p:nvPr/>
        </p:nvSpPr>
        <p:spPr>
          <a:xfrm>
            <a:off x="5881686" y="5559743"/>
            <a:ext cx="428625" cy="17145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4" name="Google Shape;114;p4"/>
          <p:cNvSpPr txBox="1"/>
          <p:nvPr>
            <p:ph idx="1" type="subTitle"/>
          </p:nvPr>
        </p:nvSpPr>
        <p:spPr>
          <a:xfrm>
            <a:off x="1338260" y="2159320"/>
            <a:ext cx="9515475" cy="3465196"/>
          </a:xfrm>
          <a:prstGeom prst="rect">
            <a:avLst/>
          </a:prstGeom>
          <a:noFill/>
          <a:ln>
            <a:noFill/>
          </a:ln>
        </p:spPr>
        <p:txBody>
          <a:bodyPr anchorCtr="0" anchor="t" bIns="0" lIns="0" spcFirstLastPara="1" rIns="0" wrap="square" tIns="0">
            <a:noAutofit/>
          </a:bodyPr>
          <a:lstStyle/>
          <a:p>
            <a:pPr indent="0" lvl="0" marL="0" rtl="0" algn="ctr">
              <a:lnSpc>
                <a:spcPct val="150000"/>
              </a:lnSpc>
              <a:spcBef>
                <a:spcPts val="0"/>
              </a:spcBef>
              <a:spcAft>
                <a:spcPts val="0"/>
              </a:spcAft>
              <a:buSzPts val="2000"/>
              <a:buNone/>
            </a:pPr>
            <a:r>
              <a:rPr lang="en-US" sz="2000"/>
              <a:t>AI has revolutionized healthcare, particularly in disease prediction and treatment. Diabetes, a leading cause of death globally, often requires early detection, which traditional methods may not provide. While deep learning models have advanced diabetes prediction, their "black-box" nature makes them difficult to trust. By integrating XAI techniques, we can enhance both accuracy and transparency, making these models more reliable in clinical practice.</a:t>
            </a:r>
            <a:endParaRPr/>
          </a:p>
        </p:txBody>
      </p:sp>
      <p:sp>
        <p:nvSpPr>
          <p:cNvPr id="115" name="Google Shape;115;p4"/>
          <p:cNvSpPr/>
          <p:nvPr/>
        </p:nvSpPr>
        <p:spPr>
          <a:xfrm>
            <a:off x="5886450" y="6162675"/>
            <a:ext cx="428625" cy="74294"/>
          </a:xfrm>
          <a:prstGeom prst="rect">
            <a:avLst/>
          </a:prstGeom>
          <a:solidFill>
            <a:srgbClr val="96D3ED"/>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5"/>
          <p:cNvSpPr txBox="1"/>
          <p:nvPr>
            <p:ph type="title"/>
          </p:nvPr>
        </p:nvSpPr>
        <p:spPr>
          <a:xfrm>
            <a:off x="5340096" y="948024"/>
            <a:ext cx="5337429" cy="455295"/>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3200"/>
              <a:buFont typeface="Arial"/>
              <a:buNone/>
            </a:pPr>
            <a:r>
              <a:rPr lang="en-US"/>
              <a:t>PROBLEM DEFINITION</a:t>
            </a:r>
            <a:endParaRPr/>
          </a:p>
        </p:txBody>
      </p:sp>
      <p:pic>
        <p:nvPicPr>
          <p:cNvPr descr="Pipette over three glass jars" id="121" name="Google Shape;121;p5"/>
          <p:cNvPicPr preferRelativeResize="0"/>
          <p:nvPr>
            <p:ph idx="2" type="pic"/>
          </p:nvPr>
        </p:nvPicPr>
        <p:blipFill rotWithShape="1">
          <a:blip r:embed="rId3">
            <a:alphaModFix/>
          </a:blip>
          <a:srcRect b="0" l="0" r="0" t="0"/>
          <a:stretch/>
        </p:blipFill>
        <p:spPr>
          <a:xfrm>
            <a:off x="1514475" y="1403319"/>
            <a:ext cx="3200400" cy="3200400"/>
          </a:xfrm>
          <a:prstGeom prst="ellipse">
            <a:avLst/>
          </a:prstGeom>
          <a:noFill/>
          <a:ln>
            <a:noFill/>
          </a:ln>
        </p:spPr>
      </p:pic>
      <p:sp>
        <p:nvSpPr>
          <p:cNvPr id="122" name="Google Shape;122;p5"/>
          <p:cNvSpPr txBox="1"/>
          <p:nvPr>
            <p:ph idx="1" type="body"/>
          </p:nvPr>
        </p:nvSpPr>
        <p:spPr>
          <a:xfrm>
            <a:off x="5340096" y="1390412"/>
            <a:ext cx="6032754" cy="1771650"/>
          </a:xfrm>
          <a:prstGeom prst="rect">
            <a:avLst/>
          </a:prstGeom>
          <a:noFill/>
          <a:ln>
            <a:noFill/>
          </a:ln>
        </p:spPr>
        <p:txBody>
          <a:bodyPr anchorCtr="0" anchor="t" bIns="0" lIns="0" spcFirstLastPara="1" rIns="0" wrap="square" tIns="0">
            <a:normAutofit/>
          </a:bodyPr>
          <a:lstStyle/>
          <a:p>
            <a:pPr indent="0" lvl="0" marL="0" rtl="0" algn="l">
              <a:lnSpc>
                <a:spcPct val="170000"/>
              </a:lnSpc>
              <a:spcBef>
                <a:spcPts val="0"/>
              </a:spcBef>
              <a:spcAft>
                <a:spcPts val="0"/>
              </a:spcAft>
              <a:buSzPts val="1280"/>
              <a:buNone/>
            </a:pPr>
            <a:r>
              <a:rPr lang="en-US" sz="1600" cap="none"/>
              <a:t>Deep learning models have shown promise in predicting diabetes, but their lack of transparency hinders their adoption in healthcare. The "black-box" nature of these models prevents healthcare professionals from understanding and trusting ai-driven predictions, which is crucial for clinical decision-making.</a:t>
            </a:r>
            <a:endParaRPr/>
          </a:p>
        </p:txBody>
      </p:sp>
      <p:sp>
        <p:nvSpPr>
          <p:cNvPr id="123" name="Google Shape;123;p5"/>
          <p:cNvSpPr txBox="1"/>
          <p:nvPr/>
        </p:nvSpPr>
        <p:spPr>
          <a:xfrm>
            <a:off x="5006911" y="3438525"/>
            <a:ext cx="2178177" cy="385382"/>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800"/>
              <a:buFont typeface="Arial"/>
              <a:buNone/>
            </a:pPr>
            <a:r>
              <a:rPr lang="en-US" sz="1800" cap="none">
                <a:solidFill>
                  <a:schemeClr val="dk1"/>
                </a:solidFill>
                <a:latin typeface="Arial"/>
                <a:ea typeface="Arial"/>
                <a:cs typeface="Arial"/>
                <a:sym typeface="Arial"/>
              </a:rPr>
              <a:t>OBJECTIVES</a:t>
            </a:r>
            <a:endParaRPr/>
          </a:p>
        </p:txBody>
      </p:sp>
      <p:sp>
        <p:nvSpPr>
          <p:cNvPr id="124" name="Google Shape;124;p5"/>
          <p:cNvSpPr txBox="1"/>
          <p:nvPr/>
        </p:nvSpPr>
        <p:spPr>
          <a:xfrm>
            <a:off x="5273032" y="3856864"/>
            <a:ext cx="3083441" cy="2762250"/>
          </a:xfrm>
          <a:prstGeom prst="rect">
            <a:avLst/>
          </a:prstGeom>
          <a:noFill/>
          <a:ln>
            <a:noFill/>
          </a:ln>
        </p:spPr>
        <p:txBody>
          <a:bodyPr anchorCtr="0" anchor="t" bIns="0" lIns="0" spcFirstLastPara="1" rIns="0" wrap="square" tIns="0">
            <a:normAutofit fontScale="92500"/>
          </a:bodyPr>
          <a:lstStyle/>
          <a:p>
            <a:pPr indent="-457200" lvl="0" marL="457200" marR="0" rtl="0" algn="l">
              <a:lnSpc>
                <a:spcPct val="120000"/>
              </a:lnSpc>
              <a:spcBef>
                <a:spcPts val="0"/>
              </a:spcBef>
              <a:spcAft>
                <a:spcPts val="0"/>
              </a:spcAft>
              <a:buClr>
                <a:schemeClr val="dk1"/>
              </a:buClr>
              <a:buSzPct val="80000"/>
              <a:buFont typeface="Courier New"/>
              <a:buChar char="o"/>
            </a:pPr>
            <a:r>
              <a:rPr b="0" i="0" lang="en-US" sz="1600" cap="none">
                <a:solidFill>
                  <a:schemeClr val="dk1"/>
                </a:solidFill>
                <a:latin typeface="Arial"/>
                <a:ea typeface="Arial"/>
                <a:cs typeface="Arial"/>
                <a:sym typeface="Arial"/>
              </a:rPr>
              <a:t>Develop a Predictive Model</a:t>
            </a:r>
            <a:endParaRPr/>
          </a:p>
          <a:p>
            <a:pPr indent="-457200" lvl="0" marL="457200" marR="0" rtl="0" algn="l">
              <a:lnSpc>
                <a:spcPct val="120000"/>
              </a:lnSpc>
              <a:spcBef>
                <a:spcPts val="1400"/>
              </a:spcBef>
              <a:spcAft>
                <a:spcPts val="0"/>
              </a:spcAft>
              <a:buClr>
                <a:schemeClr val="dk1"/>
              </a:buClr>
              <a:buSzPct val="80000"/>
              <a:buFont typeface="Courier New"/>
              <a:buChar char="o"/>
            </a:pPr>
            <a:r>
              <a:rPr b="0" i="0" lang="en-US" sz="1600" cap="none">
                <a:solidFill>
                  <a:schemeClr val="dk1"/>
                </a:solidFill>
                <a:latin typeface="Arial"/>
                <a:ea typeface="Arial"/>
                <a:cs typeface="Arial"/>
                <a:sym typeface="Arial"/>
              </a:rPr>
              <a:t>Integrate Explainable AI techniques</a:t>
            </a:r>
            <a:endParaRPr/>
          </a:p>
          <a:p>
            <a:pPr indent="-457200" lvl="0" marL="457200" marR="0" rtl="0" algn="l">
              <a:lnSpc>
                <a:spcPct val="120000"/>
              </a:lnSpc>
              <a:spcBef>
                <a:spcPts val="1400"/>
              </a:spcBef>
              <a:spcAft>
                <a:spcPts val="0"/>
              </a:spcAft>
              <a:buClr>
                <a:schemeClr val="dk1"/>
              </a:buClr>
              <a:buSzPct val="80000"/>
              <a:buFont typeface="Courier New"/>
              <a:buChar char="o"/>
            </a:pPr>
            <a:r>
              <a:rPr b="0" i="0" lang="en-US" sz="1600" cap="none">
                <a:solidFill>
                  <a:schemeClr val="dk1"/>
                </a:solidFill>
                <a:latin typeface="Arial"/>
                <a:ea typeface="Arial"/>
                <a:cs typeface="Arial"/>
                <a:sym typeface="Arial"/>
              </a:rPr>
              <a:t>Evaluate the model</a:t>
            </a:r>
            <a:endParaRPr/>
          </a:p>
          <a:p>
            <a:pPr indent="-457200" lvl="0" marL="457200" marR="0" rtl="0" algn="l">
              <a:lnSpc>
                <a:spcPct val="120000"/>
              </a:lnSpc>
              <a:spcBef>
                <a:spcPts val="1400"/>
              </a:spcBef>
              <a:spcAft>
                <a:spcPts val="0"/>
              </a:spcAft>
              <a:buClr>
                <a:schemeClr val="dk1"/>
              </a:buClr>
              <a:buSzPct val="80000"/>
              <a:buFont typeface="Courier New"/>
              <a:buChar char="o"/>
            </a:pPr>
            <a:r>
              <a:rPr b="0" i="0" lang="en-US" sz="1600" cap="none">
                <a:solidFill>
                  <a:schemeClr val="dk1"/>
                </a:solidFill>
                <a:latin typeface="Arial"/>
                <a:ea typeface="Arial"/>
                <a:cs typeface="Arial"/>
                <a:sym typeface="Arial"/>
              </a:rPr>
              <a:t>Recommend Personalized Interventions</a:t>
            </a:r>
            <a:endParaRPr/>
          </a:p>
          <a:p>
            <a:pPr indent="-457200" lvl="0" marL="457200" marR="0" rtl="0" algn="l">
              <a:lnSpc>
                <a:spcPct val="120000"/>
              </a:lnSpc>
              <a:spcBef>
                <a:spcPts val="1400"/>
              </a:spcBef>
              <a:spcAft>
                <a:spcPts val="0"/>
              </a:spcAft>
              <a:buClr>
                <a:schemeClr val="dk1"/>
              </a:buClr>
              <a:buSzPct val="80000"/>
              <a:buFont typeface="Courier New"/>
              <a:buChar char="o"/>
            </a:pPr>
            <a:r>
              <a:rPr b="0" i="0" lang="en-US" sz="1600" cap="none">
                <a:solidFill>
                  <a:schemeClr val="dk1"/>
                </a:solidFill>
                <a:latin typeface="Arial"/>
                <a:ea typeface="Arial"/>
                <a:cs typeface="Arial"/>
                <a:sym typeface="Arial"/>
              </a:rPr>
              <a:t>Enhance Trust and adoption in healthcare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6"/>
          <p:cNvSpPr txBox="1"/>
          <p:nvPr>
            <p:ph type="title"/>
          </p:nvPr>
        </p:nvSpPr>
        <p:spPr>
          <a:xfrm>
            <a:off x="1280161" y="289560"/>
            <a:ext cx="4815840" cy="417195"/>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3200"/>
              <a:buFont typeface="Arial"/>
              <a:buNone/>
            </a:pPr>
            <a:r>
              <a:rPr lang="en-US"/>
              <a:t>LITERATURE SURVEY</a:t>
            </a:r>
            <a:endParaRPr/>
          </a:p>
        </p:txBody>
      </p:sp>
      <p:graphicFrame>
        <p:nvGraphicFramePr>
          <p:cNvPr id="130" name="Google Shape;130;p6"/>
          <p:cNvGraphicFramePr/>
          <p:nvPr/>
        </p:nvGraphicFramePr>
        <p:xfrm>
          <a:off x="1280161" y="1192529"/>
          <a:ext cx="3000000" cy="3000000"/>
        </p:xfrm>
        <a:graphic>
          <a:graphicData uri="http://schemas.openxmlformats.org/drawingml/2006/table">
            <a:tbl>
              <a:tblPr bandRow="1" firstRow="1">
                <a:noFill/>
                <a:tableStyleId>{E9244701-C0E9-4F19-BB65-4946F53F6CC0}</a:tableStyleId>
              </a:tblPr>
              <a:tblGrid>
                <a:gridCol w="2901325"/>
                <a:gridCol w="3048000"/>
                <a:gridCol w="3682350"/>
              </a:tblGrid>
              <a:tr h="345550">
                <a:tc>
                  <a:txBody>
                    <a:bodyPr/>
                    <a:lstStyle/>
                    <a:p>
                      <a:pPr indent="0" lvl="0" marL="0" marR="0" rtl="0" algn="ctr">
                        <a:spcBef>
                          <a:spcPts val="0"/>
                        </a:spcBef>
                        <a:spcAft>
                          <a:spcPts val="0"/>
                        </a:spcAft>
                        <a:buNone/>
                      </a:pPr>
                      <a:r>
                        <a:rPr lang="en-US" sz="1800" u="none" cap="none" strike="noStrike"/>
                        <a:t>Name</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Techniques </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Insights</a:t>
                      </a:r>
                      <a:endParaRPr/>
                    </a:p>
                  </a:txBody>
                  <a:tcPr marT="45725" marB="45725" marR="91450" marL="91450"/>
                </a:tc>
              </a:tr>
              <a:tr h="1118225">
                <a:tc>
                  <a:txBody>
                    <a:bodyPr/>
                    <a:lstStyle/>
                    <a:p>
                      <a:pPr indent="0" lvl="0" marL="0" marR="0" rtl="0" algn="l">
                        <a:spcBef>
                          <a:spcPts val="0"/>
                        </a:spcBef>
                        <a:spcAft>
                          <a:spcPts val="0"/>
                        </a:spcAft>
                        <a:buNone/>
                      </a:pPr>
                      <a:r>
                        <a:rPr b="1" lang="en-US" sz="1600" u="none" cap="none" strike="noStrike"/>
                        <a:t>Towards Transparent Diabetes Prediction: Unveiling the Factors with Explainable AI</a:t>
                      </a:r>
                      <a:endParaRPr sz="1600"/>
                    </a:p>
                  </a:txBody>
                  <a:tcPr marT="45725" marB="45725" marR="91450" marL="91450" anchor="ctr"/>
                </a:tc>
                <a:tc>
                  <a:txBody>
                    <a:bodyPr/>
                    <a:lstStyle/>
                    <a:p>
                      <a:pPr indent="0" lvl="0" marL="0" marR="0" rtl="0" algn="l">
                        <a:spcBef>
                          <a:spcPts val="0"/>
                        </a:spcBef>
                        <a:spcAft>
                          <a:spcPts val="0"/>
                        </a:spcAft>
                        <a:buNone/>
                      </a:pPr>
                      <a:r>
                        <a:rPr lang="en-US" sz="1600"/>
                        <a:t>- Explainable AI (XAI) techniques: SHAP (SHapley Additive exPlanations), LIME (Local Interpretable Model-agnostic Explanations) </a:t>
                      </a:r>
                      <a:br>
                        <a:rPr lang="en-US" sz="1600"/>
                      </a:br>
                      <a:r>
                        <a:rPr lang="en-US" sz="1600"/>
                        <a:t>- Machine learning models (e.g., decision trees, neural networks) </a:t>
                      </a:r>
                      <a:br>
                        <a:rPr lang="en-US" sz="1600"/>
                      </a:br>
                      <a:r>
                        <a:rPr lang="en-US" sz="1600"/>
                        <a:t>- Data preprocessing techniques (e.g., SMOTE for balancing datasets)</a:t>
                      </a:r>
                      <a:endParaRPr sz="1600"/>
                    </a:p>
                  </a:txBody>
                  <a:tcPr marT="45725" marB="45725" marR="91450" marL="91450" anchor="ctr"/>
                </a:tc>
                <a:tc>
                  <a:txBody>
                    <a:bodyPr/>
                    <a:lstStyle/>
                    <a:p>
                      <a:pPr indent="0" lvl="0" marL="0" marR="0" rtl="0" algn="l">
                        <a:spcBef>
                          <a:spcPts val="0"/>
                        </a:spcBef>
                        <a:spcAft>
                          <a:spcPts val="0"/>
                        </a:spcAft>
                        <a:buNone/>
                      </a:pPr>
                      <a:r>
                        <a:rPr lang="en-US" sz="1600"/>
                        <a:t>- </a:t>
                      </a:r>
                      <a:r>
                        <a:rPr b="1" lang="en-US" sz="1600"/>
                        <a:t>Feature Importance</a:t>
                      </a:r>
                      <a:r>
                        <a:rPr lang="en-US" sz="1600"/>
                        <a:t>: Glucose levels and BMI identified as most influential features for diabetes risk prediction. </a:t>
                      </a:r>
                      <a:br>
                        <a:rPr lang="en-US" sz="1600"/>
                      </a:br>
                      <a:r>
                        <a:rPr lang="en-US" sz="1600"/>
                        <a:t>- </a:t>
                      </a:r>
                      <a:r>
                        <a:rPr b="1" lang="en-US" sz="1600"/>
                        <a:t>Generalizability Challenge</a:t>
                      </a:r>
                      <a:r>
                        <a:rPr lang="en-US" sz="1600"/>
                        <a:t>: Models performed well on the PIMA dataset but may not generalize to other populations. </a:t>
                      </a:r>
                      <a:br>
                        <a:rPr lang="en-US" sz="1600"/>
                      </a:br>
                      <a:r>
                        <a:rPr lang="en-US" sz="1600"/>
                        <a:t>- </a:t>
                      </a:r>
                      <a:r>
                        <a:rPr b="1" lang="en-US" sz="1600"/>
                        <a:t>Data Preprocessing</a:t>
                      </a:r>
                      <a:r>
                        <a:rPr lang="en-US" sz="1600"/>
                        <a:t>: Robust preprocessing is critical for model performance; issues like data imbalance and missing values must be addressed. </a:t>
                      </a:r>
                      <a:br>
                        <a:rPr lang="en-US" sz="1600"/>
                      </a:br>
                      <a:r>
                        <a:rPr lang="en-US" sz="1600"/>
                        <a:t>- </a:t>
                      </a:r>
                      <a:r>
                        <a:rPr b="1" lang="en-US" sz="1600"/>
                        <a:t>XAI Effectiveness</a:t>
                      </a:r>
                      <a:r>
                        <a:rPr lang="en-US" sz="1600"/>
                        <a:t>: SHAP and LIME are effective but need to be more intuitive for broader clinical use. </a:t>
                      </a:r>
                      <a:br>
                        <a:rPr lang="en-US" sz="1600"/>
                      </a:br>
                      <a:r>
                        <a:rPr lang="en-US" sz="1600"/>
                        <a:t>- </a:t>
                      </a:r>
                      <a:r>
                        <a:rPr b="1" lang="en-US" sz="1600"/>
                        <a:t>Real-World Potential</a:t>
                      </a:r>
                      <a:r>
                        <a:rPr lang="en-US" sz="1600"/>
                        <a:t>: Integrating AI models with mobile apps and IoT devices could enable continuous and personalized diabetes monitoring</a:t>
                      </a:r>
                      <a:endParaRPr sz="1600"/>
                    </a:p>
                  </a:txBody>
                  <a:tcPr marT="45725" marB="45725" marR="91450" marL="91450" anchor="ct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7"/>
          <p:cNvSpPr txBox="1"/>
          <p:nvPr>
            <p:ph type="title"/>
          </p:nvPr>
        </p:nvSpPr>
        <p:spPr>
          <a:xfrm>
            <a:off x="1280161" y="289560"/>
            <a:ext cx="4815840" cy="417195"/>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3200"/>
              <a:buFont typeface="Arial"/>
              <a:buNone/>
            </a:pPr>
            <a:r>
              <a:rPr lang="en-US"/>
              <a:t>LITERATURE SURVEY</a:t>
            </a:r>
            <a:endParaRPr/>
          </a:p>
        </p:txBody>
      </p:sp>
      <p:graphicFrame>
        <p:nvGraphicFramePr>
          <p:cNvPr id="136" name="Google Shape;136;p7"/>
          <p:cNvGraphicFramePr/>
          <p:nvPr/>
        </p:nvGraphicFramePr>
        <p:xfrm>
          <a:off x="1280159" y="1106804"/>
          <a:ext cx="3000000" cy="3000000"/>
        </p:xfrm>
        <a:graphic>
          <a:graphicData uri="http://schemas.openxmlformats.org/drawingml/2006/table">
            <a:tbl>
              <a:tblPr bandRow="1" firstRow="1">
                <a:noFill/>
                <a:tableStyleId>{E9244701-C0E9-4F19-BB65-4946F53F6CC0}</a:tableStyleId>
              </a:tblPr>
              <a:tblGrid>
                <a:gridCol w="2901325"/>
                <a:gridCol w="3048000"/>
                <a:gridCol w="3682350"/>
              </a:tblGrid>
              <a:tr h="345550">
                <a:tc>
                  <a:txBody>
                    <a:bodyPr/>
                    <a:lstStyle/>
                    <a:p>
                      <a:pPr indent="0" lvl="0" marL="0" marR="0" rtl="0" algn="ctr">
                        <a:spcBef>
                          <a:spcPts val="0"/>
                        </a:spcBef>
                        <a:spcAft>
                          <a:spcPts val="0"/>
                        </a:spcAft>
                        <a:buNone/>
                      </a:pPr>
                      <a:r>
                        <a:rPr lang="en-US" sz="1800"/>
                        <a:t>Name</a:t>
                      </a:r>
                      <a:endParaRPr/>
                    </a:p>
                  </a:txBody>
                  <a:tcPr marT="45725" marB="45725" marR="91450" marL="91450"/>
                </a:tc>
                <a:tc>
                  <a:txBody>
                    <a:bodyPr/>
                    <a:lstStyle/>
                    <a:p>
                      <a:pPr indent="0" lvl="0" marL="0" marR="0" rtl="0" algn="ctr">
                        <a:spcBef>
                          <a:spcPts val="0"/>
                        </a:spcBef>
                        <a:spcAft>
                          <a:spcPts val="0"/>
                        </a:spcAft>
                        <a:buNone/>
                      </a:pPr>
                      <a:r>
                        <a:rPr lang="en-US" sz="1800"/>
                        <a:t>Techniques </a:t>
                      </a:r>
                      <a:endParaRPr/>
                    </a:p>
                  </a:txBody>
                  <a:tcPr marT="45725" marB="45725" marR="91450" marL="91450"/>
                </a:tc>
                <a:tc>
                  <a:txBody>
                    <a:bodyPr/>
                    <a:lstStyle/>
                    <a:p>
                      <a:pPr indent="0" lvl="0" marL="0" marR="0" rtl="0" algn="ctr">
                        <a:spcBef>
                          <a:spcPts val="0"/>
                        </a:spcBef>
                        <a:spcAft>
                          <a:spcPts val="0"/>
                        </a:spcAft>
                        <a:buNone/>
                      </a:pPr>
                      <a:r>
                        <a:rPr lang="en-US" sz="1800"/>
                        <a:t>Insights</a:t>
                      </a:r>
                      <a:endParaRPr/>
                    </a:p>
                  </a:txBody>
                  <a:tcPr marT="45725" marB="45725" marR="91450" marL="91450"/>
                </a:tc>
              </a:tr>
              <a:tr h="1118225">
                <a:tc>
                  <a:txBody>
                    <a:bodyPr/>
                    <a:lstStyle/>
                    <a:p>
                      <a:pPr indent="0" lvl="0" marL="0" marR="0" rtl="0" algn="l">
                        <a:spcBef>
                          <a:spcPts val="0"/>
                        </a:spcBef>
                        <a:spcAft>
                          <a:spcPts val="0"/>
                        </a:spcAft>
                        <a:buNone/>
                      </a:pPr>
                      <a:r>
                        <a:rPr b="1" lang="en-US" sz="1600"/>
                        <a:t>Scalable and Accurate Deep Learning with Electronic Health Records</a:t>
                      </a:r>
                      <a:endParaRPr sz="1600"/>
                    </a:p>
                  </a:txBody>
                  <a:tcPr marT="45725" marB="45725" marR="91450" marL="91450" anchor="ctr"/>
                </a:tc>
                <a:tc>
                  <a:txBody>
                    <a:bodyPr/>
                    <a:lstStyle/>
                    <a:p>
                      <a:pPr indent="0" lvl="0" marL="0" marR="0" rtl="0" algn="l">
                        <a:spcBef>
                          <a:spcPts val="0"/>
                        </a:spcBef>
                        <a:spcAft>
                          <a:spcPts val="0"/>
                        </a:spcAft>
                        <a:buNone/>
                      </a:pPr>
                      <a:r>
                        <a:rPr lang="en-US" sz="1600"/>
                        <a:t>Gradient Boosting Machines (GBM), Logistic Regression, Random Forest, Rpart</a:t>
                      </a:r>
                      <a:endParaRPr sz="1600"/>
                    </a:p>
                  </a:txBody>
                  <a:tcPr marT="45725" marB="45725" marR="91450" marL="91450" anchor="ctr"/>
                </a:tc>
                <a:tc>
                  <a:txBody>
                    <a:bodyPr/>
                    <a:lstStyle/>
                    <a:p>
                      <a:pPr indent="0" lvl="0" marL="0" marR="0" rtl="0" algn="l">
                        <a:spcBef>
                          <a:spcPts val="0"/>
                        </a:spcBef>
                        <a:spcAft>
                          <a:spcPts val="0"/>
                        </a:spcAft>
                        <a:buNone/>
                      </a:pPr>
                      <a:r>
                        <a:rPr lang="en-US" sz="1600"/>
                        <a:t>GBM: AROC of 84.7%. Significant predictors: fasting blood glucose, HDL, BMI, triglycerides; emphasizes explainability using XML-based formats.</a:t>
                      </a:r>
                      <a:endParaRPr/>
                    </a:p>
                  </a:txBody>
                  <a:tcPr marT="45725" marB="45725" marR="91450" marL="91450" anchor="ctr"/>
                </a:tc>
              </a:tr>
              <a:tr h="876300">
                <a:tc>
                  <a:txBody>
                    <a:bodyPr/>
                    <a:lstStyle/>
                    <a:p>
                      <a:pPr indent="0" lvl="0" marL="0" marR="0" rtl="0" algn="l">
                        <a:spcBef>
                          <a:spcPts val="0"/>
                        </a:spcBef>
                        <a:spcAft>
                          <a:spcPts val="0"/>
                        </a:spcAft>
                        <a:buNone/>
                      </a:pPr>
                      <a:r>
                        <a:rPr b="1" lang="en-US" sz="1600"/>
                        <a:t>Metrics for Explainable AI: Challenges and Prospects</a:t>
                      </a:r>
                      <a:endParaRPr b="1" sz="1600"/>
                    </a:p>
                  </a:txBody>
                  <a:tcPr marT="45725" marB="45725" marR="91450" marL="91450"/>
                </a:tc>
                <a:tc>
                  <a:txBody>
                    <a:bodyPr/>
                    <a:lstStyle/>
                    <a:p>
                      <a:pPr indent="0" lvl="0" marL="0" marR="0" rtl="0" algn="l">
                        <a:spcBef>
                          <a:spcPts val="0"/>
                        </a:spcBef>
                        <a:spcAft>
                          <a:spcPts val="0"/>
                        </a:spcAft>
                        <a:buNone/>
                      </a:pPr>
                      <a:r>
                        <a:rPr lang="en-US" sz="1600"/>
                        <a:t>Various Explainable AI (XAI) metrics</a:t>
                      </a:r>
                      <a:endParaRPr sz="1600"/>
                    </a:p>
                  </a:txBody>
                  <a:tcPr marT="45725" marB="45725" marR="91450" marL="91450"/>
                </a:tc>
                <a:tc>
                  <a:txBody>
                    <a:bodyPr/>
                    <a:lstStyle/>
                    <a:p>
                      <a:pPr indent="0" lvl="0" marL="0" marR="0" rtl="0" algn="l">
                        <a:spcBef>
                          <a:spcPts val="0"/>
                        </a:spcBef>
                        <a:spcAft>
                          <a:spcPts val="0"/>
                        </a:spcAft>
                        <a:buNone/>
                      </a:pPr>
                      <a:r>
                        <a:rPr lang="en-US" sz="1600"/>
                        <a:t>Discusses challenges in XAI, trade-offs between accuracy and interpretability, future research directions.</a:t>
                      </a:r>
                      <a:endParaRPr sz="1600"/>
                    </a:p>
                  </a:txBody>
                  <a:tcPr marT="45725" marB="45725" marR="91450" marL="91450" anchor="ctr"/>
                </a:tc>
              </a:tr>
              <a:tr h="863875">
                <a:tc>
                  <a:txBody>
                    <a:bodyPr/>
                    <a:lstStyle/>
                    <a:p>
                      <a:pPr indent="0" lvl="0" marL="0" marR="0" rtl="0" algn="l">
                        <a:spcBef>
                          <a:spcPts val="0"/>
                        </a:spcBef>
                        <a:spcAft>
                          <a:spcPts val="0"/>
                        </a:spcAft>
                        <a:buNone/>
                      </a:pPr>
                      <a:r>
                        <a:rPr b="1" lang="en-US" sz="1600"/>
                        <a:t>An Intelligent Approach for Diabetes Classification, Prediction, and Description</a:t>
                      </a:r>
                      <a:endParaRPr b="1" sz="1600"/>
                    </a:p>
                  </a:txBody>
                  <a:tcPr marT="45725" marB="45725" marR="91450" marL="91450"/>
                </a:tc>
                <a:tc>
                  <a:txBody>
                    <a:bodyPr/>
                    <a:lstStyle/>
                    <a:p>
                      <a:pPr indent="0" lvl="0" marL="0" marR="0" rtl="0" algn="l">
                        <a:spcBef>
                          <a:spcPts val="0"/>
                        </a:spcBef>
                        <a:spcAft>
                          <a:spcPts val="0"/>
                        </a:spcAft>
                        <a:buNone/>
                      </a:pPr>
                      <a:r>
                        <a:rPr lang="en-US" sz="1600"/>
                        <a:t>Ensemble classifiers, advanced algorithms</a:t>
                      </a:r>
                      <a:endParaRPr/>
                    </a:p>
                  </a:txBody>
                  <a:tcPr marT="45725" marB="45725" marR="91450" marL="91450"/>
                </a:tc>
                <a:tc>
                  <a:txBody>
                    <a:bodyPr/>
                    <a:lstStyle/>
                    <a:p>
                      <a:pPr indent="0" lvl="0" marL="0" marR="0" rtl="0" algn="l">
                        <a:spcBef>
                          <a:spcPts val="0"/>
                        </a:spcBef>
                        <a:spcAft>
                          <a:spcPts val="0"/>
                        </a:spcAft>
                        <a:buNone/>
                      </a:pPr>
                      <a:r>
                        <a:rPr lang="en-US" sz="1600"/>
                        <a:t>Focuses on improving prediction accuracy and transparency to aid clinical decision-making.</a:t>
                      </a:r>
                      <a:endParaRPr sz="1600"/>
                    </a:p>
                  </a:txBody>
                  <a:tcPr marT="45725" marB="45725" marR="91450" marL="91450"/>
                </a:tc>
              </a:tr>
              <a:tr h="1050650">
                <a:tc>
                  <a:txBody>
                    <a:bodyPr/>
                    <a:lstStyle/>
                    <a:p>
                      <a:pPr indent="0" lvl="0" marL="0" marR="0" rtl="0" algn="l">
                        <a:spcBef>
                          <a:spcPts val="0"/>
                        </a:spcBef>
                        <a:spcAft>
                          <a:spcPts val="0"/>
                        </a:spcAft>
                        <a:buNone/>
                      </a:pPr>
                      <a:r>
                        <a:rPr b="1" lang="en-US" sz="1600"/>
                        <a:t>Machine Learning Methods to Predict Diabetes Complications</a:t>
                      </a:r>
                      <a:endParaRPr b="1" sz="1600"/>
                    </a:p>
                  </a:txBody>
                  <a:tcPr marT="45725" marB="45725" marR="91450" marL="91450"/>
                </a:tc>
                <a:tc>
                  <a:txBody>
                    <a:bodyPr/>
                    <a:lstStyle/>
                    <a:p>
                      <a:pPr indent="0" lvl="0" marL="0" marR="0" rtl="0" algn="l">
                        <a:spcBef>
                          <a:spcPts val="0"/>
                        </a:spcBef>
                        <a:spcAft>
                          <a:spcPts val="0"/>
                        </a:spcAft>
                        <a:buNone/>
                      </a:pPr>
                      <a:r>
                        <a:rPr lang="en-US" sz="1600"/>
                        <a:t>Machine learning techniques for complication prediction</a:t>
                      </a:r>
                      <a:endParaRPr/>
                    </a:p>
                  </a:txBody>
                  <a:tcPr marT="45725" marB="45725" marR="91450" marL="91450"/>
                </a:tc>
                <a:tc>
                  <a:txBody>
                    <a:bodyPr/>
                    <a:lstStyle/>
                    <a:p>
                      <a:pPr indent="0" lvl="0" marL="0" marR="0" rtl="0" algn="l">
                        <a:spcBef>
                          <a:spcPts val="0"/>
                        </a:spcBef>
                        <a:spcAft>
                          <a:spcPts val="0"/>
                        </a:spcAft>
                        <a:buNone/>
                      </a:pPr>
                      <a:r>
                        <a:rPr lang="en-US" sz="1600"/>
                        <a:t>Identifies key predictors for complications; emphasizes the importance of model interpretability for clinical application.</a:t>
                      </a:r>
                      <a:endParaRPr sz="1600"/>
                    </a:p>
                  </a:txBody>
                  <a:tcPr marT="45725" marB="45725" marR="91450" marL="91450"/>
                </a:tc>
              </a:tr>
              <a:tr h="863875">
                <a:tc>
                  <a:txBody>
                    <a:bodyPr/>
                    <a:lstStyle/>
                    <a:p>
                      <a:pPr indent="0" lvl="0" marL="0" marR="0" rtl="0" algn="l">
                        <a:spcBef>
                          <a:spcPts val="0"/>
                        </a:spcBef>
                        <a:spcAft>
                          <a:spcPts val="0"/>
                        </a:spcAft>
                        <a:buNone/>
                      </a:pPr>
                      <a:r>
                        <a:rPr b="1" lang="en-US" sz="1600"/>
                        <a:t>Explainable AI for Medical Diagnosis: An Overview and Case Study</a:t>
                      </a:r>
                      <a:endParaRPr b="1" sz="1600"/>
                    </a:p>
                  </a:txBody>
                  <a:tcPr marT="45725" marB="45725" marR="91450" marL="91450"/>
                </a:tc>
                <a:tc>
                  <a:txBody>
                    <a:bodyPr/>
                    <a:lstStyle/>
                    <a:p>
                      <a:pPr indent="0" lvl="0" marL="0" marR="0" rtl="0" algn="l">
                        <a:spcBef>
                          <a:spcPts val="0"/>
                        </a:spcBef>
                        <a:spcAft>
                          <a:spcPts val="0"/>
                        </a:spcAft>
                        <a:buNone/>
                      </a:pPr>
                      <a:r>
                        <a:rPr lang="en-US" sz="1600"/>
                        <a:t>Explainable AI techniques applied to medical diagnosis, particularly diabetes prediction</a:t>
                      </a:r>
                      <a:endParaRPr/>
                    </a:p>
                  </a:txBody>
                  <a:tcPr marT="45725" marB="45725" marR="91450" marL="91450"/>
                </a:tc>
                <a:tc>
                  <a:txBody>
                    <a:bodyPr/>
                    <a:lstStyle/>
                    <a:p>
                      <a:pPr indent="0" lvl="0" marL="0" marR="0" rtl="0" algn="l">
                        <a:spcBef>
                          <a:spcPts val="0"/>
                        </a:spcBef>
                        <a:spcAft>
                          <a:spcPts val="0"/>
                        </a:spcAft>
                        <a:buNone/>
                      </a:pPr>
                      <a:r>
                        <a:rPr lang="en-US" sz="1600"/>
                        <a:t>Provides insights on making AI models interpretable and trustworthy in medical contexts.</a:t>
                      </a:r>
                      <a:endParaRPr sz="1600"/>
                    </a:p>
                  </a:txBody>
                  <a:tcPr marT="45725" marB="45725" marR="91450" marL="91450" anchor="ct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8"/>
          <p:cNvSpPr txBox="1"/>
          <p:nvPr>
            <p:ph idx="1" type="body"/>
          </p:nvPr>
        </p:nvSpPr>
        <p:spPr>
          <a:xfrm>
            <a:off x="1280160" y="2377440"/>
            <a:ext cx="4663440" cy="3566160"/>
          </a:xfrm>
          <a:prstGeom prst="rect">
            <a:avLst/>
          </a:prstGeom>
          <a:solidFill>
            <a:srgbClr val="E9F5FB"/>
          </a:solidFill>
          <a:ln>
            <a:noFill/>
          </a:ln>
        </p:spPr>
        <p:txBody>
          <a:bodyPr anchorCtr="0" anchor="t" bIns="365750" lIns="365750" spcFirstLastPara="1" rIns="365750" wrap="square" tIns="365750">
            <a:normAutofit lnSpcReduction="10000"/>
          </a:bodyPr>
          <a:lstStyle/>
          <a:p>
            <a:pPr indent="0" lvl="0" marL="0" rtl="0" algn="l">
              <a:lnSpc>
                <a:spcPct val="90000"/>
              </a:lnSpc>
              <a:spcBef>
                <a:spcPts val="0"/>
              </a:spcBef>
              <a:spcAft>
                <a:spcPts val="0"/>
              </a:spcAft>
              <a:buSzPts val="1440"/>
              <a:buNone/>
            </a:pPr>
            <a:r>
              <a:rPr b="1" lang="en-US" sz="1800" cap="none"/>
              <a:t>Real Time Integration</a:t>
            </a:r>
            <a:r>
              <a:rPr lang="en-US" sz="1800" cap="none"/>
              <a:t>: </a:t>
            </a:r>
            <a:endParaRPr/>
          </a:p>
          <a:p>
            <a:pPr indent="0" lvl="0" marL="0" rtl="0" algn="l">
              <a:lnSpc>
                <a:spcPct val="150000"/>
              </a:lnSpc>
              <a:spcBef>
                <a:spcPts val="1400"/>
              </a:spcBef>
              <a:spcAft>
                <a:spcPts val="0"/>
              </a:spcAft>
              <a:buSzPts val="1440"/>
              <a:buNone/>
            </a:pPr>
            <a:r>
              <a:rPr lang="en-US" sz="1800" cap="none"/>
              <a:t>While many papers discuss the theoretical aspects of applying deep learning models and explainable AI techniques, there is a noticeable gap in research that integrates these approaches in real-time clinical environments.</a:t>
            </a:r>
            <a:endParaRPr/>
          </a:p>
          <a:p>
            <a:pPr indent="-365760" lvl="0" marL="457200" rtl="0" algn="l">
              <a:lnSpc>
                <a:spcPct val="90000"/>
              </a:lnSpc>
              <a:spcBef>
                <a:spcPts val="1400"/>
              </a:spcBef>
              <a:spcAft>
                <a:spcPts val="0"/>
              </a:spcAft>
              <a:buClr>
                <a:schemeClr val="dk1"/>
              </a:buClr>
              <a:buSzPts val="1440"/>
              <a:buNone/>
            </a:pPr>
            <a:r>
              <a:t/>
            </a:r>
            <a:endParaRPr/>
          </a:p>
        </p:txBody>
      </p:sp>
      <p:sp>
        <p:nvSpPr>
          <p:cNvPr id="142" name="Google Shape;142;p8"/>
          <p:cNvSpPr txBox="1"/>
          <p:nvPr>
            <p:ph idx="2" type="body"/>
          </p:nvPr>
        </p:nvSpPr>
        <p:spPr>
          <a:xfrm>
            <a:off x="6309360" y="2377440"/>
            <a:ext cx="4663440" cy="3566160"/>
          </a:xfrm>
          <a:prstGeom prst="rect">
            <a:avLst/>
          </a:prstGeom>
          <a:solidFill>
            <a:srgbClr val="E9F5FB"/>
          </a:solidFill>
          <a:ln>
            <a:noFill/>
          </a:ln>
        </p:spPr>
        <p:txBody>
          <a:bodyPr anchorCtr="0" anchor="t" bIns="365750" lIns="365750" spcFirstLastPara="1" rIns="365750" wrap="square" tIns="365750">
            <a:normAutofit lnSpcReduction="10000"/>
          </a:bodyPr>
          <a:lstStyle/>
          <a:p>
            <a:pPr indent="0" lvl="0" marL="0" rtl="0" algn="l">
              <a:lnSpc>
                <a:spcPct val="90000"/>
              </a:lnSpc>
              <a:spcBef>
                <a:spcPts val="0"/>
              </a:spcBef>
              <a:spcAft>
                <a:spcPts val="0"/>
              </a:spcAft>
              <a:buSzPts val="1440"/>
              <a:buNone/>
            </a:pPr>
            <a:r>
              <a:rPr b="1" lang="en-US" sz="1800" cap="none"/>
              <a:t>Comprehensive Metrics</a:t>
            </a:r>
            <a:r>
              <a:rPr lang="en-US" sz="1800" cap="none"/>
              <a:t>:</a:t>
            </a:r>
            <a:endParaRPr/>
          </a:p>
          <a:p>
            <a:pPr indent="0" lvl="0" marL="0" rtl="0" algn="l">
              <a:lnSpc>
                <a:spcPct val="160000"/>
              </a:lnSpc>
              <a:spcBef>
                <a:spcPts val="1400"/>
              </a:spcBef>
              <a:spcAft>
                <a:spcPts val="0"/>
              </a:spcAft>
              <a:buSzPts val="1440"/>
              <a:buNone/>
            </a:pPr>
            <a:r>
              <a:rPr lang="en-US" sz="1800" cap="none"/>
              <a:t>While some papers discuss metrics for evaluating the effectiveness of XAI, there is a lack of comprehensive evaluation frameworks that consider the unique needs of healthcare. </a:t>
            </a:r>
            <a:endParaRPr/>
          </a:p>
          <a:p>
            <a:pPr indent="-365760" lvl="0" marL="457200" rtl="0" algn="l">
              <a:lnSpc>
                <a:spcPct val="90000"/>
              </a:lnSpc>
              <a:spcBef>
                <a:spcPts val="1400"/>
              </a:spcBef>
              <a:spcAft>
                <a:spcPts val="0"/>
              </a:spcAft>
              <a:buClr>
                <a:schemeClr val="dk1"/>
              </a:buClr>
              <a:buSzPts val="1440"/>
              <a:buNone/>
            </a:pPr>
            <a:r>
              <a:t/>
            </a:r>
            <a:endParaRPr/>
          </a:p>
        </p:txBody>
      </p:sp>
      <p:sp>
        <p:nvSpPr>
          <p:cNvPr id="143" name="Google Shape;143;p8"/>
          <p:cNvSpPr txBox="1"/>
          <p:nvPr>
            <p:ph type="title"/>
          </p:nvPr>
        </p:nvSpPr>
        <p:spPr>
          <a:xfrm>
            <a:off x="1279526" y="1096963"/>
            <a:ext cx="4578350" cy="493712"/>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GAP IDENTIFICATION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47" name="Shape 147"/>
        <p:cNvGrpSpPr/>
        <p:nvPr/>
      </p:nvGrpSpPr>
      <p:grpSpPr>
        <a:xfrm>
          <a:off x="0" y="0"/>
          <a:ext cx="0" cy="0"/>
          <a:chOff x="0" y="0"/>
          <a:chExt cx="0" cy="0"/>
        </a:xfrm>
      </p:grpSpPr>
      <p:pic>
        <p:nvPicPr>
          <p:cNvPr descr="White DNA structure" id="148" name="Google Shape;148;p9"/>
          <p:cNvPicPr preferRelativeResize="0"/>
          <p:nvPr>
            <p:ph idx="2" type="pic"/>
          </p:nvPr>
        </p:nvPicPr>
        <p:blipFill rotWithShape="1">
          <a:blip r:embed="rId3">
            <a:alphaModFix/>
          </a:blip>
          <a:srcRect b="0" l="5" r="5" t="0"/>
          <a:stretch/>
        </p:blipFill>
        <p:spPr>
          <a:xfrm>
            <a:off x="1524000" y="1481327"/>
            <a:ext cx="9144000" cy="4509897"/>
          </a:xfrm>
          <a:prstGeom prst="rect">
            <a:avLst/>
          </a:prstGeom>
          <a:solidFill>
            <a:schemeClr val="lt1"/>
          </a:solidFill>
          <a:ln>
            <a:noFill/>
          </a:ln>
        </p:spPr>
      </p:pic>
      <p:sp>
        <p:nvSpPr>
          <p:cNvPr id="149" name="Google Shape;149;p9"/>
          <p:cNvSpPr txBox="1"/>
          <p:nvPr>
            <p:ph type="ctrTitle"/>
          </p:nvPr>
        </p:nvSpPr>
        <p:spPr>
          <a:xfrm>
            <a:off x="2163699" y="443865"/>
            <a:ext cx="7864602" cy="76581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5400"/>
              <a:buFont typeface="Arial"/>
              <a:buNone/>
            </a:pPr>
            <a:r>
              <a:rPr lang="en-US"/>
              <a:t>DATA DESCRIPTION</a:t>
            </a:r>
            <a:endParaRPr/>
          </a:p>
        </p:txBody>
      </p:sp>
      <p:pic>
        <p:nvPicPr>
          <p:cNvPr descr="Output image" id="150" name="Google Shape;150;p9"/>
          <p:cNvPicPr preferRelativeResize="0"/>
          <p:nvPr/>
        </p:nvPicPr>
        <p:blipFill rotWithShape="1">
          <a:blip r:embed="rId4">
            <a:alphaModFix/>
          </a:blip>
          <a:srcRect b="0" l="0" r="0" t="0"/>
          <a:stretch/>
        </p:blipFill>
        <p:spPr>
          <a:xfrm>
            <a:off x="1524000" y="1481328"/>
            <a:ext cx="5126355" cy="4509895"/>
          </a:xfrm>
          <a:prstGeom prst="rect">
            <a:avLst/>
          </a:prstGeom>
          <a:noFill/>
          <a:ln>
            <a:noFill/>
          </a:ln>
        </p:spPr>
      </p:pic>
      <p:sp>
        <p:nvSpPr>
          <p:cNvPr id="151" name="Google Shape;151;p9"/>
          <p:cNvSpPr txBox="1"/>
          <p:nvPr/>
        </p:nvSpPr>
        <p:spPr>
          <a:xfrm>
            <a:off x="6650355" y="1638301"/>
            <a:ext cx="4017645" cy="4181474"/>
          </a:xfrm>
          <a:prstGeom prst="rect">
            <a:avLst/>
          </a:prstGeom>
          <a:noFill/>
          <a:ln>
            <a:noFill/>
          </a:ln>
        </p:spPr>
        <p:txBody>
          <a:bodyPr anchorCtr="0" anchor="t" bIns="45700" lIns="91425" spcFirstLastPara="1" rIns="91425" wrap="square" tIns="45700">
            <a:normAutofit fontScale="92500"/>
          </a:bodyPr>
          <a:lstStyle/>
          <a:p>
            <a:pPr indent="0" lvl="0" marL="0" marR="0" rtl="0" algn="l">
              <a:lnSpc>
                <a:spcPct val="170000"/>
              </a:lnSpc>
              <a:spcBef>
                <a:spcPts val="0"/>
              </a:spcBef>
              <a:spcAft>
                <a:spcPts val="0"/>
              </a:spcAft>
              <a:buClr>
                <a:schemeClr val="accent1"/>
              </a:buClr>
              <a:buSzPct val="100000"/>
              <a:buFont typeface="Courier New"/>
              <a:buNone/>
            </a:pPr>
            <a:r>
              <a:rPr b="0" i="0" lang="en-US" sz="1600" u="sng" cap="none">
                <a:solidFill>
                  <a:schemeClr val="dk1"/>
                </a:solidFill>
                <a:latin typeface="Arial"/>
                <a:ea typeface="Arial"/>
                <a:cs typeface="Arial"/>
                <a:sym typeface="Arial"/>
                <a:hlinkClick r:id="rId5">
                  <a:extLst>
                    <a:ext uri="{A12FA001-AC4F-418D-AE19-62706E023703}">
                      <ahyp:hlinkClr val="tx"/>
                    </a:ext>
                  </a:extLst>
                </a:hlinkClick>
              </a:rPr>
              <a:t>https://ieee-dataport.org/documents/diabetics-dataset</a:t>
            </a:r>
            <a:endParaRPr b="0" i="0" sz="1600" cap="none">
              <a:solidFill>
                <a:schemeClr val="dk1"/>
              </a:solidFill>
              <a:latin typeface="Arial"/>
              <a:ea typeface="Arial"/>
              <a:cs typeface="Arial"/>
              <a:sym typeface="Arial"/>
            </a:endParaRPr>
          </a:p>
          <a:p>
            <a:pPr indent="0" lvl="0" marL="0" marR="0" rtl="0" algn="l">
              <a:lnSpc>
                <a:spcPct val="170000"/>
              </a:lnSpc>
              <a:spcBef>
                <a:spcPts val="1000"/>
              </a:spcBef>
              <a:spcAft>
                <a:spcPts val="0"/>
              </a:spcAft>
              <a:buClr>
                <a:schemeClr val="accent1"/>
              </a:buClr>
              <a:buSzPct val="100000"/>
              <a:buFont typeface="Courier New"/>
              <a:buNone/>
            </a:pPr>
            <a:r>
              <a:t/>
            </a:r>
            <a:endParaRPr b="0" i="0" sz="1600" cap="none">
              <a:solidFill>
                <a:schemeClr val="dk1"/>
              </a:solidFill>
              <a:latin typeface="Arial"/>
              <a:ea typeface="Arial"/>
              <a:cs typeface="Arial"/>
              <a:sym typeface="Arial"/>
            </a:endParaRPr>
          </a:p>
          <a:p>
            <a:pPr indent="0" lvl="0" marL="0" marR="0" rtl="0" algn="l">
              <a:lnSpc>
                <a:spcPct val="170000"/>
              </a:lnSpc>
              <a:spcBef>
                <a:spcPts val="1000"/>
              </a:spcBef>
              <a:spcAft>
                <a:spcPts val="0"/>
              </a:spcAft>
              <a:buClr>
                <a:schemeClr val="accent1"/>
              </a:buClr>
              <a:buSzPct val="100000"/>
              <a:buFont typeface="Courier New"/>
              <a:buNone/>
            </a:pPr>
            <a:r>
              <a:rPr b="0" i="0" lang="en-US" sz="1600" cap="none">
                <a:solidFill>
                  <a:schemeClr val="dk1"/>
                </a:solidFill>
                <a:latin typeface="Arial"/>
                <a:ea typeface="Arial"/>
                <a:cs typeface="Arial"/>
                <a:sym typeface="Arial"/>
              </a:rPr>
              <a:t>Data has 16 features with 1 target value</a:t>
            </a:r>
            <a:endParaRPr/>
          </a:p>
          <a:p>
            <a:pPr indent="0" lvl="0" marL="0" marR="0" rtl="0" algn="l">
              <a:lnSpc>
                <a:spcPct val="170000"/>
              </a:lnSpc>
              <a:spcBef>
                <a:spcPts val="1000"/>
              </a:spcBef>
              <a:spcAft>
                <a:spcPts val="0"/>
              </a:spcAft>
              <a:buClr>
                <a:schemeClr val="accent1"/>
              </a:buClr>
              <a:buSzPct val="100000"/>
              <a:buFont typeface="Courier New"/>
              <a:buNone/>
            </a:pPr>
            <a:r>
              <a:rPr b="0" i="0" lang="en-US" sz="1600" cap="none">
                <a:solidFill>
                  <a:schemeClr val="dk1"/>
                </a:solidFill>
                <a:latin typeface="Arial"/>
                <a:ea typeface="Arial"/>
                <a:cs typeface="Arial"/>
                <a:sym typeface="Arial"/>
              </a:rPr>
              <a:t>Scope: focus on patient information, including demographic details, medical history, and medication use</a:t>
            </a:r>
            <a:endParaRPr/>
          </a:p>
          <a:p>
            <a:pPr indent="0" lvl="0" marL="0" marR="0" rtl="0" algn="l">
              <a:lnSpc>
                <a:spcPct val="170000"/>
              </a:lnSpc>
              <a:spcBef>
                <a:spcPts val="1000"/>
              </a:spcBef>
              <a:spcAft>
                <a:spcPts val="0"/>
              </a:spcAft>
              <a:buClr>
                <a:schemeClr val="accent1"/>
              </a:buClr>
              <a:buSzPct val="100000"/>
              <a:buFont typeface="Courier New"/>
              <a:buNone/>
            </a:pPr>
            <a:r>
              <a:rPr b="0" i="0" lang="en-US" sz="1600" cap="none">
                <a:solidFill>
                  <a:schemeClr val="dk1"/>
                </a:solidFill>
                <a:latin typeface="Arial"/>
                <a:ea typeface="Arial"/>
                <a:cs typeface="Arial"/>
                <a:sym typeface="Arial"/>
              </a:rPr>
              <a:t>Variables: Likely includes patient demographics, medical history, lab results, medications, treatments, and outcomes.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0"/>
          <p:cNvSpPr txBox="1"/>
          <p:nvPr>
            <p:ph type="title"/>
          </p:nvPr>
        </p:nvSpPr>
        <p:spPr>
          <a:xfrm>
            <a:off x="1295400" y="5452533"/>
            <a:ext cx="4663440" cy="5334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chemeClr val="dk1"/>
              </a:buClr>
              <a:buSzPts val="3200"/>
              <a:buFont typeface="Arial"/>
              <a:buNone/>
            </a:pPr>
            <a:r>
              <a:rPr lang="en-US"/>
              <a:t>METHODOLOGY</a:t>
            </a:r>
            <a:endParaRPr/>
          </a:p>
        </p:txBody>
      </p:sp>
      <p:grpSp>
        <p:nvGrpSpPr>
          <p:cNvPr id="157" name="Google Shape;157;p10"/>
          <p:cNvGrpSpPr/>
          <p:nvPr/>
        </p:nvGrpSpPr>
        <p:grpSpPr>
          <a:xfrm>
            <a:off x="939826" y="520425"/>
            <a:ext cx="10306023" cy="4614328"/>
            <a:chOff x="5106" y="486559"/>
            <a:chExt cx="10306023" cy="4614328"/>
          </a:xfrm>
        </p:grpSpPr>
        <p:sp>
          <p:nvSpPr>
            <p:cNvPr id="158" name="Google Shape;158;p10"/>
            <p:cNvSpPr/>
            <p:nvPr/>
          </p:nvSpPr>
          <p:spPr>
            <a:xfrm>
              <a:off x="5106" y="547566"/>
              <a:ext cx="2405651" cy="2405651"/>
            </a:xfrm>
            <a:prstGeom prst="roundRect">
              <a:avLst>
                <a:gd fmla="val 10000" name="adj"/>
              </a:avLst>
            </a:prstGeom>
            <a:blipFill rotWithShape="1">
              <a:blip r:embed="rId3">
                <a:alphaModFix/>
              </a:blip>
              <a:stretch>
                <a:fillRect b="0" l="0" r="0" t="0"/>
              </a:stretch>
            </a:blip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0"/>
            <p:cNvSpPr/>
            <p:nvPr/>
          </p:nvSpPr>
          <p:spPr>
            <a:xfrm>
              <a:off x="345435" y="2695236"/>
              <a:ext cx="2405651" cy="2405651"/>
            </a:xfrm>
            <a:prstGeom prst="roundRect">
              <a:avLst>
                <a:gd fmla="val 10000" name="adj"/>
              </a:avLst>
            </a:prstGeom>
            <a:gradFill>
              <a:gsLst>
                <a:gs pos="0">
                  <a:srgbClr val="637895"/>
                </a:gs>
                <a:gs pos="50000">
                  <a:srgbClr val="46668C"/>
                </a:gs>
                <a:gs pos="100000">
                  <a:srgbClr val="3B597D"/>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0"/>
            <p:cNvSpPr txBox="1"/>
            <p:nvPr/>
          </p:nvSpPr>
          <p:spPr>
            <a:xfrm>
              <a:off x="300981" y="2765684"/>
              <a:ext cx="2450100" cy="2264700"/>
            </a:xfrm>
            <a:prstGeom prst="rect">
              <a:avLst/>
            </a:prstGeom>
            <a:noFill/>
            <a:ln>
              <a:noFill/>
            </a:ln>
          </p:spPr>
          <p:txBody>
            <a:bodyPr anchorCtr="0" anchor="t" bIns="121900" lIns="121900" spcFirstLastPara="1" rIns="121900" wrap="square" tIns="121900">
              <a:noAutofit/>
            </a:bodyPr>
            <a:lstStyle/>
            <a:p>
              <a:pPr indent="0" lvl="0" marL="0" marR="0" rtl="0" algn="l">
                <a:lnSpc>
                  <a:spcPct val="90000"/>
                </a:lnSpc>
                <a:spcBef>
                  <a:spcPts val="0"/>
                </a:spcBef>
                <a:spcAft>
                  <a:spcPts val="0"/>
                </a:spcAft>
                <a:buClr>
                  <a:schemeClr val="lt1"/>
                </a:buClr>
                <a:buSzPts val="3200"/>
                <a:buFont typeface="Arial"/>
                <a:buNone/>
              </a:pPr>
              <a:r>
                <a:rPr lang="en-US" sz="2900">
                  <a:solidFill>
                    <a:schemeClr val="lt1"/>
                  </a:solidFill>
                  <a:latin typeface="Arial"/>
                  <a:ea typeface="Arial"/>
                  <a:cs typeface="Arial"/>
                  <a:sym typeface="Arial"/>
                </a:rPr>
                <a:t>Model Development</a:t>
              </a:r>
              <a:endParaRPr sz="1100"/>
            </a:p>
            <a:p>
              <a:pPr indent="-209550" lvl="1" marL="228600" marR="0" rtl="0" algn="l">
                <a:lnSpc>
                  <a:spcPct val="90000"/>
                </a:lnSpc>
                <a:spcBef>
                  <a:spcPts val="1120"/>
                </a:spcBef>
                <a:spcAft>
                  <a:spcPts val="0"/>
                </a:spcAft>
                <a:buClr>
                  <a:schemeClr val="lt1"/>
                </a:buClr>
                <a:buSzPts val="2200"/>
                <a:buFont typeface="Arial"/>
                <a:buChar char="•"/>
              </a:pPr>
              <a:r>
                <a:rPr b="0" i="0" lang="en-US" sz="2200" u="none" cap="none" strike="noStrike">
                  <a:solidFill>
                    <a:schemeClr val="lt1"/>
                  </a:solidFill>
                  <a:latin typeface="Arial"/>
                  <a:ea typeface="Arial"/>
                  <a:cs typeface="Arial"/>
                  <a:sym typeface="Arial"/>
                </a:rPr>
                <a:t>Preprocessing</a:t>
              </a:r>
              <a:endParaRPr sz="1100"/>
            </a:p>
            <a:p>
              <a:pPr indent="-209550" lvl="1" marL="228600" marR="0" rtl="0" algn="l">
                <a:lnSpc>
                  <a:spcPct val="90000"/>
                </a:lnSpc>
                <a:spcBef>
                  <a:spcPts val="375"/>
                </a:spcBef>
                <a:spcAft>
                  <a:spcPts val="0"/>
                </a:spcAft>
                <a:buClr>
                  <a:schemeClr val="lt1"/>
                </a:buClr>
                <a:buSzPts val="2200"/>
                <a:buFont typeface="Arial"/>
                <a:buChar char="•"/>
              </a:pPr>
              <a:r>
                <a:rPr b="0" i="0" lang="en-US" sz="2200" u="none" cap="none" strike="noStrike">
                  <a:solidFill>
                    <a:schemeClr val="lt1"/>
                  </a:solidFill>
                  <a:latin typeface="Arial"/>
                  <a:ea typeface="Arial"/>
                  <a:cs typeface="Arial"/>
                  <a:sym typeface="Arial"/>
                </a:rPr>
                <a:t>Training</a:t>
              </a:r>
              <a:endParaRPr sz="1100"/>
            </a:p>
          </p:txBody>
        </p:sp>
        <p:sp>
          <p:nvSpPr>
            <p:cNvPr id="161" name="Google Shape;161;p10"/>
            <p:cNvSpPr/>
            <p:nvPr/>
          </p:nvSpPr>
          <p:spPr>
            <a:xfrm rot="-56459">
              <a:off x="2868770" y="1430329"/>
              <a:ext cx="458105" cy="578044"/>
            </a:xfrm>
            <a:prstGeom prst="rightArrow">
              <a:avLst>
                <a:gd fmla="val 60000" name="adj1"/>
                <a:gd fmla="val 50000" name="adj2"/>
              </a:avLst>
            </a:prstGeom>
            <a:gradFill>
              <a:gsLst>
                <a:gs pos="0">
                  <a:srgbClr val="7493BB"/>
                </a:gs>
                <a:gs pos="50000">
                  <a:srgbClr val="5C86B8"/>
                </a:gs>
                <a:gs pos="100000">
                  <a:srgbClr val="4D75A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0"/>
            <p:cNvSpPr txBox="1"/>
            <p:nvPr/>
          </p:nvSpPr>
          <p:spPr>
            <a:xfrm rot="-56459">
              <a:off x="2868779" y="1547066"/>
              <a:ext cx="320674" cy="346826"/>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2300"/>
                <a:buFont typeface="Arial"/>
                <a:buNone/>
              </a:pPr>
              <a:r>
                <a:t/>
              </a:r>
              <a:endParaRPr sz="2300">
                <a:solidFill>
                  <a:schemeClr val="lt1"/>
                </a:solidFill>
                <a:latin typeface="Arial"/>
                <a:ea typeface="Arial"/>
                <a:cs typeface="Arial"/>
                <a:sym typeface="Arial"/>
              </a:endParaRPr>
            </a:p>
          </p:txBody>
        </p:sp>
        <p:sp>
          <p:nvSpPr>
            <p:cNvPr id="163" name="Google Shape;163;p10"/>
            <p:cNvSpPr/>
            <p:nvPr/>
          </p:nvSpPr>
          <p:spPr>
            <a:xfrm>
              <a:off x="3719453" y="486559"/>
              <a:ext cx="2405651" cy="2405651"/>
            </a:xfrm>
            <a:prstGeom prst="roundRect">
              <a:avLst>
                <a:gd fmla="val 10000" name="adj"/>
              </a:avLst>
            </a:prstGeom>
            <a:blipFill rotWithShape="1">
              <a:blip r:embed="rId4">
                <a:alphaModFix/>
              </a:blip>
              <a:stretch>
                <a:fillRect b="0" l="0" r="0" t="0"/>
              </a:stretch>
            </a:blip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0"/>
            <p:cNvSpPr/>
            <p:nvPr/>
          </p:nvSpPr>
          <p:spPr>
            <a:xfrm>
              <a:off x="4171813" y="2695236"/>
              <a:ext cx="2405651" cy="2405651"/>
            </a:xfrm>
            <a:prstGeom prst="roundRect">
              <a:avLst>
                <a:gd fmla="val 10000" name="adj"/>
              </a:avLst>
            </a:prstGeom>
            <a:gradFill>
              <a:gsLst>
                <a:gs pos="0">
                  <a:srgbClr val="9FB0CB"/>
                </a:gs>
                <a:gs pos="50000">
                  <a:srgbClr val="90A6C6"/>
                </a:gs>
                <a:gs pos="100000">
                  <a:srgbClr val="7B92B2"/>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0"/>
            <p:cNvSpPr txBox="1"/>
            <p:nvPr/>
          </p:nvSpPr>
          <p:spPr>
            <a:xfrm>
              <a:off x="4171817" y="2765684"/>
              <a:ext cx="2709600" cy="2264700"/>
            </a:xfrm>
            <a:prstGeom prst="rect">
              <a:avLst/>
            </a:prstGeom>
            <a:noFill/>
            <a:ln>
              <a:noFill/>
            </a:ln>
          </p:spPr>
          <p:txBody>
            <a:bodyPr anchorCtr="0" anchor="t" bIns="121900" lIns="121900" spcFirstLastPara="1" rIns="121900" wrap="square" tIns="121900">
              <a:noAutofit/>
            </a:bodyPr>
            <a:lstStyle/>
            <a:p>
              <a:pPr indent="0" lvl="0" marL="0" marR="0" rtl="0" algn="l">
                <a:lnSpc>
                  <a:spcPct val="90000"/>
                </a:lnSpc>
                <a:spcBef>
                  <a:spcPts val="0"/>
                </a:spcBef>
                <a:spcAft>
                  <a:spcPts val="0"/>
                </a:spcAft>
                <a:buClr>
                  <a:schemeClr val="lt1"/>
                </a:buClr>
                <a:buSzPts val="3200"/>
                <a:buFont typeface="Arial"/>
                <a:buNone/>
              </a:pPr>
              <a:r>
                <a:rPr lang="en-US" sz="3000">
                  <a:solidFill>
                    <a:schemeClr val="lt1"/>
                  </a:solidFill>
                  <a:latin typeface="Arial"/>
                  <a:ea typeface="Arial"/>
                  <a:cs typeface="Arial"/>
                  <a:sym typeface="Arial"/>
                </a:rPr>
                <a:t>Explainability</a:t>
              </a:r>
              <a:endParaRPr sz="1200"/>
            </a:p>
            <a:p>
              <a:pPr indent="-215900" lvl="1" marL="228600" marR="0" rtl="0" algn="l">
                <a:lnSpc>
                  <a:spcPct val="90000"/>
                </a:lnSpc>
                <a:spcBef>
                  <a:spcPts val="1120"/>
                </a:spcBef>
                <a:spcAft>
                  <a:spcPts val="0"/>
                </a:spcAft>
                <a:buClr>
                  <a:schemeClr val="lt1"/>
                </a:buClr>
                <a:buSzPts val="2300"/>
                <a:buFont typeface="Arial"/>
                <a:buChar char="•"/>
              </a:pPr>
              <a:r>
                <a:rPr b="0" i="0" lang="en-US" sz="2300" u="none" cap="none" strike="noStrike">
                  <a:solidFill>
                    <a:schemeClr val="lt1"/>
                  </a:solidFill>
                  <a:latin typeface="Arial"/>
                  <a:ea typeface="Arial"/>
                  <a:cs typeface="Arial"/>
                  <a:sym typeface="Arial"/>
                </a:rPr>
                <a:t>SHAP</a:t>
              </a:r>
              <a:endParaRPr sz="1200"/>
            </a:p>
            <a:p>
              <a:pPr indent="-215900" lvl="1" marL="228600" marR="0" rtl="0" algn="l">
                <a:lnSpc>
                  <a:spcPct val="90000"/>
                </a:lnSpc>
                <a:spcBef>
                  <a:spcPts val="375"/>
                </a:spcBef>
                <a:spcAft>
                  <a:spcPts val="0"/>
                </a:spcAft>
                <a:buClr>
                  <a:schemeClr val="lt1"/>
                </a:buClr>
                <a:buSzPts val="2300"/>
                <a:buFont typeface="Arial"/>
                <a:buChar char="•"/>
              </a:pPr>
              <a:r>
                <a:rPr b="0" i="0" lang="en-US" sz="2300" u="none" cap="none" strike="noStrike">
                  <a:solidFill>
                    <a:schemeClr val="lt1"/>
                  </a:solidFill>
                  <a:latin typeface="Arial"/>
                  <a:ea typeface="Arial"/>
                  <a:cs typeface="Arial"/>
                  <a:sym typeface="Arial"/>
                </a:rPr>
                <a:t>LIM</a:t>
              </a:r>
              <a:endParaRPr sz="1200"/>
            </a:p>
            <a:p>
              <a:pPr indent="-215900" lvl="1" marL="228600" marR="0" rtl="0" algn="l">
                <a:lnSpc>
                  <a:spcPct val="90000"/>
                </a:lnSpc>
                <a:spcBef>
                  <a:spcPts val="375"/>
                </a:spcBef>
                <a:spcAft>
                  <a:spcPts val="0"/>
                </a:spcAft>
                <a:buClr>
                  <a:schemeClr val="lt1"/>
                </a:buClr>
                <a:buSzPts val="2300"/>
                <a:buFont typeface="Arial"/>
                <a:buChar char="•"/>
              </a:pPr>
              <a:r>
                <a:rPr b="0" i="0" lang="en-US" sz="2300" u="none" cap="none" strike="noStrike">
                  <a:solidFill>
                    <a:schemeClr val="lt1"/>
                  </a:solidFill>
                  <a:latin typeface="Arial"/>
                  <a:ea typeface="Arial"/>
                  <a:cs typeface="Arial"/>
                  <a:sym typeface="Arial"/>
                </a:rPr>
                <a:t>EDiCE</a:t>
              </a:r>
              <a:endParaRPr sz="1200"/>
            </a:p>
          </p:txBody>
        </p:sp>
        <p:sp>
          <p:nvSpPr>
            <p:cNvPr id="166" name="Google Shape;166;p10"/>
            <p:cNvSpPr/>
            <p:nvPr/>
          </p:nvSpPr>
          <p:spPr>
            <a:xfrm rot="49950">
              <a:off x="6593800" y="1428057"/>
              <a:ext cx="468769" cy="578044"/>
            </a:xfrm>
            <a:prstGeom prst="rightArrow">
              <a:avLst>
                <a:gd fmla="val 60000" name="adj1"/>
                <a:gd fmla="val 50000" name="adj2"/>
              </a:avLst>
            </a:prstGeom>
            <a:gradFill>
              <a:gsLst>
                <a:gs pos="0">
                  <a:srgbClr val="CDD5E4"/>
                </a:gs>
                <a:gs pos="50000">
                  <a:srgbClr val="C3CEE1"/>
                </a:gs>
                <a:gs pos="100000">
                  <a:srgbClr val="AAB5C8"/>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0"/>
            <p:cNvSpPr txBox="1"/>
            <p:nvPr/>
          </p:nvSpPr>
          <p:spPr>
            <a:xfrm rot="49950">
              <a:off x="6593807" y="1542644"/>
              <a:ext cx="328138" cy="346826"/>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2300"/>
                <a:buFont typeface="Arial"/>
                <a:buNone/>
              </a:pPr>
              <a:r>
                <a:t/>
              </a:r>
              <a:endParaRPr sz="2300">
                <a:solidFill>
                  <a:schemeClr val="lt1"/>
                </a:solidFill>
                <a:latin typeface="Arial"/>
                <a:ea typeface="Arial"/>
                <a:cs typeface="Arial"/>
                <a:sym typeface="Arial"/>
              </a:endParaRPr>
            </a:p>
          </p:txBody>
        </p:sp>
        <p:sp>
          <p:nvSpPr>
            <p:cNvPr id="168" name="Google Shape;168;p10"/>
            <p:cNvSpPr/>
            <p:nvPr/>
          </p:nvSpPr>
          <p:spPr>
            <a:xfrm>
              <a:off x="7464304" y="540975"/>
              <a:ext cx="2405651" cy="2405651"/>
            </a:xfrm>
            <a:prstGeom prst="roundRect">
              <a:avLst>
                <a:gd fmla="val 10000" name="adj"/>
              </a:avLst>
            </a:prstGeom>
            <a:blipFill rotWithShape="1">
              <a:blip r:embed="rId5">
                <a:alphaModFix/>
              </a:blip>
              <a:stretch>
                <a:fillRect b="0" l="0" r="0" t="0"/>
              </a:stretch>
            </a:blip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0"/>
            <p:cNvSpPr/>
            <p:nvPr/>
          </p:nvSpPr>
          <p:spPr>
            <a:xfrm>
              <a:off x="7861028" y="2695236"/>
              <a:ext cx="2405651" cy="2405651"/>
            </a:xfrm>
            <a:prstGeom prst="roundRect">
              <a:avLst>
                <a:gd fmla="val 10000" name="adj"/>
              </a:avLst>
            </a:prstGeom>
            <a:gradFill>
              <a:gsLst>
                <a:gs pos="0">
                  <a:srgbClr val="9FB0CB"/>
                </a:gs>
                <a:gs pos="50000">
                  <a:srgbClr val="90A6C6"/>
                </a:gs>
                <a:gs pos="100000">
                  <a:srgbClr val="7B92B2"/>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0"/>
            <p:cNvSpPr txBox="1"/>
            <p:nvPr/>
          </p:nvSpPr>
          <p:spPr>
            <a:xfrm>
              <a:off x="7861029" y="2765659"/>
              <a:ext cx="2450100" cy="2264700"/>
            </a:xfrm>
            <a:prstGeom prst="rect">
              <a:avLst/>
            </a:prstGeom>
            <a:noFill/>
            <a:ln>
              <a:noFill/>
            </a:ln>
          </p:spPr>
          <p:txBody>
            <a:bodyPr anchorCtr="0" anchor="t" bIns="121900" lIns="121900" spcFirstLastPara="1" rIns="121900" wrap="square" tIns="121900">
              <a:noAutofit/>
            </a:bodyPr>
            <a:lstStyle/>
            <a:p>
              <a:pPr indent="0" lvl="0" marL="0" marR="0" rtl="0" algn="l">
                <a:lnSpc>
                  <a:spcPct val="90000"/>
                </a:lnSpc>
                <a:spcBef>
                  <a:spcPts val="0"/>
                </a:spcBef>
                <a:spcAft>
                  <a:spcPts val="0"/>
                </a:spcAft>
                <a:buClr>
                  <a:schemeClr val="lt1"/>
                </a:buClr>
                <a:buSzPts val="3200"/>
                <a:buFont typeface="Arial"/>
                <a:buNone/>
              </a:pPr>
              <a:r>
                <a:rPr lang="en-US" sz="3000">
                  <a:solidFill>
                    <a:schemeClr val="lt1"/>
                  </a:solidFill>
                  <a:latin typeface="Arial"/>
                  <a:ea typeface="Arial"/>
                  <a:cs typeface="Arial"/>
                  <a:sym typeface="Arial"/>
                </a:rPr>
                <a:t>Compare</a:t>
              </a:r>
              <a:endParaRPr sz="1200"/>
            </a:p>
            <a:p>
              <a:pPr indent="-215900" lvl="1" marL="228600" marR="0" rtl="0" algn="l">
                <a:lnSpc>
                  <a:spcPct val="90000"/>
                </a:lnSpc>
                <a:spcBef>
                  <a:spcPts val="1120"/>
                </a:spcBef>
                <a:spcAft>
                  <a:spcPts val="0"/>
                </a:spcAft>
                <a:buClr>
                  <a:schemeClr val="lt1"/>
                </a:buClr>
                <a:buSzPts val="2300"/>
                <a:buFont typeface="Arial"/>
                <a:buChar char="•"/>
              </a:pPr>
              <a:r>
                <a:rPr b="0" i="0" lang="en-US" sz="2300" u="none" cap="none" strike="noStrike">
                  <a:solidFill>
                    <a:schemeClr val="lt1"/>
                  </a:solidFill>
                  <a:latin typeface="Arial"/>
                  <a:ea typeface="Arial"/>
                  <a:cs typeface="Arial"/>
                  <a:sym typeface="Arial"/>
                </a:rPr>
                <a:t>Interpretability</a:t>
              </a:r>
              <a:endParaRPr sz="2200"/>
            </a:p>
            <a:p>
              <a:pPr indent="-215900" lvl="1" marL="228600" marR="0" rtl="0" algn="l">
                <a:lnSpc>
                  <a:spcPct val="90000"/>
                </a:lnSpc>
                <a:spcBef>
                  <a:spcPts val="375"/>
                </a:spcBef>
                <a:spcAft>
                  <a:spcPts val="0"/>
                </a:spcAft>
                <a:buClr>
                  <a:schemeClr val="lt1"/>
                </a:buClr>
                <a:buSzPts val="2300"/>
                <a:buFont typeface="Arial"/>
                <a:buChar char="•"/>
              </a:pPr>
              <a:r>
                <a:rPr b="0" i="0" lang="en-US" sz="2300" u="none" cap="none" strike="noStrike">
                  <a:solidFill>
                    <a:schemeClr val="lt1"/>
                  </a:solidFill>
                  <a:latin typeface="Arial"/>
                  <a:ea typeface="Arial"/>
                  <a:cs typeface="Arial"/>
                  <a:sym typeface="Arial"/>
                </a:rPr>
                <a:t>Consistency</a:t>
              </a:r>
              <a:endParaRPr sz="1200"/>
            </a:p>
            <a:p>
              <a:pPr indent="-215900" lvl="1" marL="228600" marR="0" rtl="0" algn="l">
                <a:lnSpc>
                  <a:spcPct val="90000"/>
                </a:lnSpc>
                <a:spcBef>
                  <a:spcPts val="375"/>
                </a:spcBef>
                <a:spcAft>
                  <a:spcPts val="0"/>
                </a:spcAft>
                <a:buClr>
                  <a:schemeClr val="lt1"/>
                </a:buClr>
                <a:buSzPts val="2300"/>
                <a:buFont typeface="Arial"/>
                <a:buChar char="•"/>
              </a:pPr>
              <a:r>
                <a:rPr b="0" i="0" lang="en-US" sz="2300" u="none" cap="none" strike="noStrike">
                  <a:solidFill>
                    <a:schemeClr val="lt1"/>
                  </a:solidFill>
                  <a:latin typeface="Arial"/>
                  <a:ea typeface="Arial"/>
                  <a:cs typeface="Arial"/>
                  <a:sym typeface="Arial"/>
                </a:rPr>
                <a:t>Actionability</a:t>
              </a:r>
              <a:endParaRPr sz="1200"/>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1"/>
          <p:cNvSpPr txBox="1"/>
          <p:nvPr>
            <p:ph type="title"/>
          </p:nvPr>
        </p:nvSpPr>
        <p:spPr>
          <a:xfrm>
            <a:off x="1280160" y="1097280"/>
            <a:ext cx="9820656" cy="914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3200"/>
              <a:buFont typeface="Arial"/>
              <a:buNone/>
            </a:pPr>
            <a:r>
              <a:rPr lang="en-US"/>
              <a:t>EVALUATION</a:t>
            </a:r>
            <a:endParaRPr/>
          </a:p>
        </p:txBody>
      </p:sp>
      <p:sp>
        <p:nvSpPr>
          <p:cNvPr id="176" name="Google Shape;176;p11"/>
          <p:cNvSpPr txBox="1"/>
          <p:nvPr>
            <p:ph idx="1" type="body"/>
          </p:nvPr>
        </p:nvSpPr>
        <p:spPr>
          <a:xfrm>
            <a:off x="1280159" y="1924050"/>
            <a:ext cx="9820656" cy="3882390"/>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SzPts val="1440"/>
              <a:buChar char="o"/>
            </a:pPr>
            <a:r>
              <a:rPr b="0" lang="en-US"/>
              <a:t>Accuracy: 0.9705 - Loss: 0.0844</a:t>
            </a:r>
            <a:endParaRPr/>
          </a:p>
          <a:p>
            <a:pPr indent="-228600" lvl="0" marL="228600" rtl="0" algn="l">
              <a:lnSpc>
                <a:spcPct val="150000"/>
              </a:lnSpc>
              <a:spcBef>
                <a:spcPts val="1400"/>
              </a:spcBef>
              <a:spcAft>
                <a:spcPts val="0"/>
              </a:spcAft>
              <a:buSzPts val="1440"/>
              <a:buChar char="o"/>
            </a:pPr>
            <a:r>
              <a:rPr lang="en-US"/>
              <a:t>Top Influencing Features: </a:t>
            </a:r>
            <a:r>
              <a:rPr b="0" lang="en-US"/>
              <a:t>The SHAP explanation identifies HbA1c_level, miglitol, repaglinide, and insulin as key features affecting the prediction. For instance: Low HbA1c_level (around -1.89 standardized) heavily favors the "No Diabetes" prediction. The presence of medications like miglitol and repaglinide contributes toward the "Diabetes" prediction.</a:t>
            </a:r>
            <a:endParaRPr/>
          </a:p>
          <a:p>
            <a:pPr indent="-228600" lvl="0" marL="228600" rtl="0" algn="l">
              <a:lnSpc>
                <a:spcPct val="150000"/>
              </a:lnSpc>
              <a:spcBef>
                <a:spcPts val="1400"/>
              </a:spcBef>
              <a:spcAft>
                <a:spcPts val="0"/>
              </a:spcAft>
              <a:buSzPts val="1440"/>
              <a:buChar char="o"/>
            </a:pPr>
            <a:r>
              <a:rPr lang="en-US"/>
              <a:t>The counterfactuals </a:t>
            </a:r>
            <a:r>
              <a:rPr b="0" lang="en-US"/>
              <a:t>show that to shift the prediction from "Diabetes" to "No Diabetes," certain features need adjustments, such as: The categorical feature group was changed to 2 in all generated counterfactuals. Features like insulin and HbA1c_level play a critical role, as they are adjusted to reflect the non-diabetic status.</a:t>
            </a:r>
            <a:endParaRPr b="0"/>
          </a:p>
          <a:p>
            <a:pPr indent="-137160" lvl="0" marL="228600" rtl="0" algn="l">
              <a:lnSpc>
                <a:spcPct val="90000"/>
              </a:lnSpc>
              <a:spcBef>
                <a:spcPts val="1400"/>
              </a:spcBef>
              <a:spcAft>
                <a:spcPts val="0"/>
              </a:spcAft>
              <a:buSzPts val="1440"/>
              <a:buNone/>
            </a:pPr>
            <a:r>
              <a:t/>
            </a:r>
            <a:endParaRPr b="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2"/>
          <p:cNvSpPr txBox="1"/>
          <p:nvPr>
            <p:ph type="title"/>
          </p:nvPr>
        </p:nvSpPr>
        <p:spPr>
          <a:xfrm>
            <a:off x="1280160" y="1097280"/>
            <a:ext cx="9821955" cy="914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3200"/>
              <a:buFont typeface="Arial"/>
              <a:buNone/>
            </a:pPr>
            <a:r>
              <a:rPr lang="en-US"/>
              <a:t>IMPACT ON SOCIETY</a:t>
            </a:r>
            <a:endParaRPr/>
          </a:p>
        </p:txBody>
      </p:sp>
      <p:sp>
        <p:nvSpPr>
          <p:cNvPr id="182" name="Google Shape;182;p12"/>
          <p:cNvSpPr txBox="1"/>
          <p:nvPr>
            <p:ph idx="1" type="body"/>
          </p:nvPr>
        </p:nvSpPr>
        <p:spPr>
          <a:xfrm>
            <a:off x="1280160" y="2194560"/>
            <a:ext cx="9677400" cy="3749040"/>
          </a:xfrm>
          <a:prstGeom prst="rect">
            <a:avLst/>
          </a:prstGeom>
          <a:solidFill>
            <a:schemeClr val="accent4"/>
          </a:solidFill>
          <a:ln>
            <a:noFill/>
          </a:ln>
        </p:spPr>
        <p:txBody>
          <a:bodyPr anchorCtr="0" anchor="t" bIns="365750" lIns="365750" spcFirstLastPara="1" rIns="365750" wrap="square" tIns="365750">
            <a:normAutofit fontScale="70000" lnSpcReduction="20000"/>
          </a:bodyPr>
          <a:lstStyle/>
          <a:p>
            <a:pPr indent="-457200" lvl="0" marL="457200" rtl="0" algn="l">
              <a:lnSpc>
                <a:spcPct val="100000"/>
              </a:lnSpc>
              <a:spcBef>
                <a:spcPts val="0"/>
              </a:spcBef>
              <a:spcAft>
                <a:spcPts val="0"/>
              </a:spcAft>
              <a:buClr>
                <a:schemeClr val="dk1"/>
              </a:buClr>
              <a:buSzPct val="80000"/>
              <a:buChar char="o"/>
            </a:pPr>
            <a:r>
              <a:rPr lang="en-US" sz="2400"/>
              <a:t>Early Detection and Prevention</a:t>
            </a:r>
            <a:endParaRPr/>
          </a:p>
          <a:p>
            <a:pPr indent="-457200" lvl="0" marL="457200" rtl="0" algn="l">
              <a:lnSpc>
                <a:spcPct val="100000"/>
              </a:lnSpc>
              <a:spcBef>
                <a:spcPts val="1400"/>
              </a:spcBef>
              <a:spcAft>
                <a:spcPts val="0"/>
              </a:spcAft>
              <a:buClr>
                <a:schemeClr val="dk1"/>
              </a:buClr>
              <a:buSzPct val="80000"/>
              <a:buChar char="o"/>
            </a:pPr>
            <a:r>
              <a:rPr lang="en-US" sz="2400"/>
              <a:t>Informed Decision-Making</a:t>
            </a:r>
            <a:endParaRPr/>
          </a:p>
          <a:p>
            <a:pPr indent="-457200" lvl="0" marL="457200" rtl="0" algn="l">
              <a:lnSpc>
                <a:spcPct val="100000"/>
              </a:lnSpc>
              <a:spcBef>
                <a:spcPts val="1400"/>
              </a:spcBef>
              <a:spcAft>
                <a:spcPts val="0"/>
              </a:spcAft>
              <a:buClr>
                <a:schemeClr val="dk1"/>
              </a:buClr>
              <a:buSzPct val="80000"/>
              <a:buChar char="o"/>
            </a:pPr>
            <a:r>
              <a:rPr lang="en-US" sz="2400"/>
              <a:t>Personalized Treatment Plans</a:t>
            </a:r>
            <a:endParaRPr/>
          </a:p>
          <a:p>
            <a:pPr indent="-457200" lvl="0" marL="457200" rtl="0" algn="l">
              <a:lnSpc>
                <a:spcPct val="100000"/>
              </a:lnSpc>
              <a:spcBef>
                <a:spcPts val="1400"/>
              </a:spcBef>
              <a:spcAft>
                <a:spcPts val="0"/>
              </a:spcAft>
              <a:buClr>
                <a:schemeClr val="dk1"/>
              </a:buClr>
              <a:buSzPct val="80000"/>
              <a:buChar char="o"/>
            </a:pPr>
            <a:r>
              <a:rPr lang="en-US" sz="2400"/>
              <a:t>Healthcare Accessibility</a:t>
            </a:r>
            <a:endParaRPr/>
          </a:p>
          <a:p>
            <a:pPr indent="-371856" lvl="0" marL="457200" rtl="0" algn="l">
              <a:lnSpc>
                <a:spcPct val="100000"/>
              </a:lnSpc>
              <a:spcBef>
                <a:spcPts val="1400"/>
              </a:spcBef>
              <a:spcAft>
                <a:spcPts val="0"/>
              </a:spcAft>
              <a:buClr>
                <a:schemeClr val="dk1"/>
              </a:buClr>
              <a:buSzPct val="80000"/>
              <a:buNone/>
            </a:pPr>
            <a:r>
              <a:t/>
            </a:r>
            <a:endParaRPr sz="2400"/>
          </a:p>
          <a:p>
            <a:pPr indent="0" lvl="0" marL="0" rtl="0" algn="l">
              <a:lnSpc>
                <a:spcPct val="100000"/>
              </a:lnSpc>
              <a:spcBef>
                <a:spcPts val="1400"/>
              </a:spcBef>
              <a:spcAft>
                <a:spcPts val="0"/>
              </a:spcAft>
              <a:buSzPct val="80000"/>
              <a:buNone/>
            </a:pPr>
            <a:r>
              <a:rPr lang="en-US" sz="2400"/>
              <a:t>Overall, this project aims to improve the quality of healthcare by making AI tools more</a:t>
            </a:r>
            <a:endParaRPr/>
          </a:p>
          <a:p>
            <a:pPr indent="0" lvl="0" marL="0" rtl="0" algn="l">
              <a:lnSpc>
                <a:spcPct val="100000"/>
              </a:lnSpc>
              <a:spcBef>
                <a:spcPts val="1400"/>
              </a:spcBef>
              <a:spcAft>
                <a:spcPts val="0"/>
              </a:spcAft>
              <a:buSzPct val="80000"/>
              <a:buNone/>
            </a:pPr>
            <a:r>
              <a:rPr lang="en-US" sz="2400"/>
              <a:t>accurate, transparent, and actionable, ultimately leading to better health outcomes and</a:t>
            </a:r>
            <a:endParaRPr/>
          </a:p>
          <a:p>
            <a:pPr indent="0" lvl="0" marL="0" rtl="0" algn="l">
              <a:lnSpc>
                <a:spcPct val="100000"/>
              </a:lnSpc>
              <a:spcBef>
                <a:spcPts val="1400"/>
              </a:spcBef>
              <a:spcAft>
                <a:spcPts val="0"/>
              </a:spcAft>
              <a:buSzPct val="80000"/>
              <a:buNone/>
            </a:pPr>
            <a:r>
              <a:rPr lang="en-US" sz="2400"/>
              <a:t>increased trust in AI technologies.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3"/>
          <p:cNvSpPr txBox="1"/>
          <p:nvPr>
            <p:ph type="title"/>
          </p:nvPr>
        </p:nvSpPr>
        <p:spPr>
          <a:xfrm>
            <a:off x="1280160" y="1097280"/>
            <a:ext cx="5029200" cy="18288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3200"/>
              <a:buFont typeface="Arial"/>
              <a:buNone/>
            </a:pPr>
            <a:r>
              <a:rPr lang="en-US"/>
              <a:t>FUTURE WORK</a:t>
            </a:r>
            <a:endParaRPr/>
          </a:p>
        </p:txBody>
      </p:sp>
      <p:sp>
        <p:nvSpPr>
          <p:cNvPr id="188" name="Google Shape;188;p13"/>
          <p:cNvSpPr txBox="1"/>
          <p:nvPr>
            <p:ph idx="1" type="body"/>
          </p:nvPr>
        </p:nvSpPr>
        <p:spPr>
          <a:xfrm>
            <a:off x="6784848" y="1097280"/>
            <a:ext cx="4572000" cy="1828800"/>
          </a:xfrm>
          <a:prstGeom prst="rect">
            <a:avLst/>
          </a:prstGeom>
          <a:noFill/>
          <a:ln>
            <a:noFill/>
          </a:ln>
        </p:spPr>
        <p:txBody>
          <a:bodyPr anchorCtr="0" anchor="t" bIns="0" lIns="0" spcFirstLastPara="1" rIns="0" wrap="square" tIns="0">
            <a:noAutofit/>
          </a:bodyPr>
          <a:lstStyle/>
          <a:p>
            <a:pPr indent="-457200" lvl="0" marL="457200" rtl="0" algn="l">
              <a:lnSpc>
                <a:spcPct val="100000"/>
              </a:lnSpc>
              <a:spcBef>
                <a:spcPts val="0"/>
              </a:spcBef>
              <a:spcAft>
                <a:spcPts val="0"/>
              </a:spcAft>
              <a:buSzPts val="1440"/>
              <a:buChar char="o"/>
            </a:pPr>
            <a:r>
              <a:rPr b="1" lang="en-US"/>
              <a:t>Integration with Wearable Technology</a:t>
            </a:r>
            <a:endParaRPr/>
          </a:p>
          <a:p>
            <a:pPr indent="-457200" lvl="0" marL="457200" rtl="0" algn="l">
              <a:lnSpc>
                <a:spcPct val="100000"/>
              </a:lnSpc>
              <a:spcBef>
                <a:spcPts val="1400"/>
              </a:spcBef>
              <a:spcAft>
                <a:spcPts val="0"/>
              </a:spcAft>
              <a:buSzPts val="1440"/>
              <a:buChar char="o"/>
            </a:pPr>
            <a:r>
              <a:rPr b="1" lang="en-US"/>
              <a:t>Personalized Medicine</a:t>
            </a:r>
            <a:endParaRPr/>
          </a:p>
          <a:p>
            <a:pPr indent="-457200" lvl="0" marL="457200" rtl="0" algn="l">
              <a:lnSpc>
                <a:spcPct val="100000"/>
              </a:lnSpc>
              <a:spcBef>
                <a:spcPts val="1400"/>
              </a:spcBef>
              <a:spcAft>
                <a:spcPts val="0"/>
              </a:spcAft>
              <a:buSzPts val="1440"/>
              <a:buChar char="o"/>
            </a:pPr>
            <a:r>
              <a:rPr b="1" lang="en-US"/>
              <a:t>Scalability and Global Implementation</a:t>
            </a:r>
            <a:endParaRPr b="1"/>
          </a:p>
        </p:txBody>
      </p:sp>
      <p:grpSp>
        <p:nvGrpSpPr>
          <p:cNvPr id="189" name="Google Shape;189;p13"/>
          <p:cNvGrpSpPr/>
          <p:nvPr/>
        </p:nvGrpSpPr>
        <p:grpSpPr>
          <a:xfrm>
            <a:off x="1279525" y="3173413"/>
            <a:ext cx="10077450" cy="3108325"/>
            <a:chOff x="0" y="0"/>
            <a:chExt cx="10077450" cy="3108325"/>
          </a:xfrm>
        </p:grpSpPr>
        <p:sp>
          <p:nvSpPr>
            <p:cNvPr id="190" name="Google Shape;190;p13"/>
            <p:cNvSpPr/>
            <p:nvPr/>
          </p:nvSpPr>
          <p:spPr>
            <a:xfrm>
              <a:off x="0" y="932497"/>
              <a:ext cx="10077450" cy="1243330"/>
            </a:xfrm>
            <a:prstGeom prst="notchedRightArrow">
              <a:avLst>
                <a:gd fmla="val 50000" name="adj1"/>
                <a:gd fmla="val 50000" name="adj2"/>
              </a:avLst>
            </a:prstGeom>
            <a:solidFill>
              <a:srgbClr val="DCEF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3"/>
            <p:cNvSpPr/>
            <p:nvPr/>
          </p:nvSpPr>
          <p:spPr>
            <a:xfrm>
              <a:off x="355171" y="0"/>
              <a:ext cx="2221369" cy="124333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3"/>
            <p:cNvSpPr txBox="1"/>
            <p:nvPr/>
          </p:nvSpPr>
          <p:spPr>
            <a:xfrm>
              <a:off x="355171" y="0"/>
              <a:ext cx="2221369" cy="1243330"/>
            </a:xfrm>
            <a:prstGeom prst="rect">
              <a:avLst/>
            </a:prstGeom>
            <a:noFill/>
            <a:ln>
              <a:noFill/>
            </a:ln>
          </p:spPr>
          <p:txBody>
            <a:bodyPr anchorCtr="0" anchor="b" bIns="128000" lIns="128000" spcFirstLastPara="1" rIns="128000" wrap="square" tIns="128000">
              <a:noAutofit/>
            </a:bodyPr>
            <a:lstStyle/>
            <a:p>
              <a:pPr indent="0" lvl="0" marL="0" marR="0" rtl="0" algn="ctr">
                <a:lnSpc>
                  <a:spcPct val="90000"/>
                </a:lnSpc>
                <a:spcBef>
                  <a:spcPts val="0"/>
                </a:spcBef>
                <a:spcAft>
                  <a:spcPts val="0"/>
                </a:spcAft>
                <a:buClr>
                  <a:schemeClr val="dk1"/>
                </a:buClr>
                <a:buSzPts val="1800"/>
                <a:buFont typeface="Arial"/>
                <a:buNone/>
              </a:pPr>
              <a:r>
                <a:rPr b="1" lang="en-US" sz="1800">
                  <a:solidFill>
                    <a:schemeClr val="dk1"/>
                  </a:solidFill>
                  <a:latin typeface="Arial"/>
                  <a:ea typeface="Arial"/>
                  <a:cs typeface="Arial"/>
                  <a:sym typeface="Arial"/>
                </a:rPr>
                <a:t>Real-Time Clinical Implementation</a:t>
              </a:r>
              <a:endParaRPr b="1" sz="1800">
                <a:solidFill>
                  <a:schemeClr val="dk1"/>
                </a:solidFill>
                <a:latin typeface="Arial"/>
                <a:ea typeface="Arial"/>
                <a:cs typeface="Arial"/>
                <a:sym typeface="Arial"/>
              </a:endParaRPr>
            </a:p>
          </p:txBody>
        </p:sp>
        <p:sp>
          <p:nvSpPr>
            <p:cNvPr id="193" name="Google Shape;193;p13"/>
            <p:cNvSpPr/>
            <p:nvPr/>
          </p:nvSpPr>
          <p:spPr>
            <a:xfrm>
              <a:off x="1310439" y="1398746"/>
              <a:ext cx="310832" cy="310832"/>
            </a:xfrm>
            <a:prstGeom prst="ellipse">
              <a:avLst/>
            </a:prstGeom>
            <a:solidFill>
              <a:schemeClr val="lt1"/>
            </a:solidFill>
            <a:ln cap="flat" cmpd="sng" w="12700">
              <a:solidFill>
                <a:srgbClr val="87BED6"/>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3"/>
            <p:cNvSpPr/>
            <p:nvPr/>
          </p:nvSpPr>
          <p:spPr>
            <a:xfrm>
              <a:off x="3073425" y="1864995"/>
              <a:ext cx="2922854" cy="124333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3"/>
            <p:cNvSpPr txBox="1"/>
            <p:nvPr/>
          </p:nvSpPr>
          <p:spPr>
            <a:xfrm>
              <a:off x="3073425" y="1864995"/>
              <a:ext cx="2922854" cy="1243330"/>
            </a:xfrm>
            <a:prstGeom prst="rect">
              <a:avLst/>
            </a:prstGeom>
            <a:noFill/>
            <a:ln>
              <a:noFill/>
            </a:ln>
          </p:spPr>
          <p:txBody>
            <a:bodyPr anchorCtr="0" anchor="t" bIns="128000" lIns="128000" spcFirstLastPara="1" rIns="128000" wrap="square" tIns="128000">
              <a:noAutofit/>
            </a:bodyPr>
            <a:lstStyle/>
            <a:p>
              <a:pPr indent="-228600" lvl="0" marL="228600" marR="0" rtl="0" algn="ctr">
                <a:lnSpc>
                  <a:spcPct val="90000"/>
                </a:lnSpc>
                <a:spcBef>
                  <a:spcPts val="0"/>
                </a:spcBef>
                <a:spcAft>
                  <a:spcPts val="0"/>
                </a:spcAft>
                <a:buClr>
                  <a:schemeClr val="dk1"/>
                </a:buClr>
                <a:buSzPts val="1440"/>
                <a:buFont typeface="Courier New"/>
                <a:buNone/>
              </a:pPr>
              <a:r>
                <a:rPr b="1" lang="en-US" sz="1800">
                  <a:solidFill>
                    <a:schemeClr val="dk1"/>
                  </a:solidFill>
                  <a:latin typeface="Arial"/>
                  <a:ea typeface="Arial"/>
                  <a:cs typeface="Arial"/>
                  <a:sym typeface="Arial"/>
                </a:rPr>
                <a:t>Patient-Centric AI Solutions</a:t>
              </a:r>
              <a:endParaRPr b="1" sz="1800">
                <a:solidFill>
                  <a:schemeClr val="dk1"/>
                </a:solidFill>
                <a:latin typeface="Arial"/>
                <a:ea typeface="Arial"/>
                <a:cs typeface="Arial"/>
                <a:sym typeface="Arial"/>
              </a:endParaRPr>
            </a:p>
          </p:txBody>
        </p:sp>
        <p:sp>
          <p:nvSpPr>
            <p:cNvPr id="196" name="Google Shape;196;p13"/>
            <p:cNvSpPr/>
            <p:nvPr/>
          </p:nvSpPr>
          <p:spPr>
            <a:xfrm>
              <a:off x="4379436" y="1398746"/>
              <a:ext cx="310832" cy="310832"/>
            </a:xfrm>
            <a:prstGeom prst="ellipse">
              <a:avLst/>
            </a:prstGeom>
            <a:solidFill>
              <a:schemeClr val="lt1"/>
            </a:solidFill>
            <a:ln cap="flat" cmpd="sng" w="12700">
              <a:solidFill>
                <a:srgbClr val="87BED6"/>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3"/>
            <p:cNvSpPr/>
            <p:nvPr/>
          </p:nvSpPr>
          <p:spPr>
            <a:xfrm>
              <a:off x="6142422" y="0"/>
              <a:ext cx="2922854" cy="124333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3"/>
            <p:cNvSpPr txBox="1"/>
            <p:nvPr/>
          </p:nvSpPr>
          <p:spPr>
            <a:xfrm>
              <a:off x="6142422" y="0"/>
              <a:ext cx="2922854" cy="1243330"/>
            </a:xfrm>
            <a:prstGeom prst="rect">
              <a:avLst/>
            </a:prstGeom>
            <a:noFill/>
            <a:ln>
              <a:noFill/>
            </a:ln>
          </p:spPr>
          <p:txBody>
            <a:bodyPr anchorCtr="0" anchor="b" bIns="128000" lIns="128000" spcFirstLastPara="1" rIns="128000" wrap="square" tIns="128000">
              <a:noAutofit/>
            </a:bodyPr>
            <a:lstStyle/>
            <a:p>
              <a:pPr indent="0" lvl="0" marL="0" marR="0" rtl="0" algn="ctr">
                <a:lnSpc>
                  <a:spcPct val="90000"/>
                </a:lnSpc>
                <a:spcBef>
                  <a:spcPts val="0"/>
                </a:spcBef>
                <a:spcAft>
                  <a:spcPts val="0"/>
                </a:spcAft>
                <a:buClr>
                  <a:schemeClr val="dk1"/>
                </a:buClr>
                <a:buSzPts val="1800"/>
                <a:buFont typeface="Arial"/>
                <a:buNone/>
              </a:pPr>
              <a:r>
                <a:rPr b="1" lang="en-US" sz="1800">
                  <a:solidFill>
                    <a:schemeClr val="dk1"/>
                  </a:solidFill>
                  <a:latin typeface="Arial"/>
                  <a:ea typeface="Arial"/>
                  <a:cs typeface="Arial"/>
                  <a:sym typeface="Arial"/>
                </a:rPr>
                <a:t>Comprehensive Evaluation Framework</a:t>
              </a:r>
              <a:endParaRPr b="1" sz="1800">
                <a:solidFill>
                  <a:schemeClr val="dk1"/>
                </a:solidFill>
                <a:latin typeface="Arial"/>
                <a:ea typeface="Arial"/>
                <a:cs typeface="Arial"/>
                <a:sym typeface="Arial"/>
              </a:endParaRPr>
            </a:p>
          </p:txBody>
        </p:sp>
        <p:sp>
          <p:nvSpPr>
            <p:cNvPr id="199" name="Google Shape;199;p13"/>
            <p:cNvSpPr/>
            <p:nvPr/>
          </p:nvSpPr>
          <p:spPr>
            <a:xfrm>
              <a:off x="7448433" y="1398746"/>
              <a:ext cx="310832" cy="310832"/>
            </a:xfrm>
            <a:prstGeom prst="ellipse">
              <a:avLst/>
            </a:prstGeom>
            <a:solidFill>
              <a:schemeClr val="lt1"/>
            </a:solidFill>
            <a:ln cap="flat" cmpd="sng" w="12700">
              <a:solidFill>
                <a:srgbClr val="87BED6"/>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4"/>
          <p:cNvSpPr txBox="1"/>
          <p:nvPr>
            <p:ph type="title"/>
          </p:nvPr>
        </p:nvSpPr>
        <p:spPr>
          <a:xfrm>
            <a:off x="1280160" y="1097280"/>
            <a:ext cx="9601200" cy="914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3200"/>
              <a:buFont typeface="Arial"/>
              <a:buNone/>
            </a:pPr>
            <a:r>
              <a:rPr lang="en-US"/>
              <a:t>REFERENCES</a:t>
            </a:r>
            <a:endParaRPr/>
          </a:p>
        </p:txBody>
      </p:sp>
      <p:sp>
        <p:nvSpPr>
          <p:cNvPr id="205" name="Google Shape;205;p14"/>
          <p:cNvSpPr txBox="1"/>
          <p:nvPr/>
        </p:nvSpPr>
        <p:spPr>
          <a:xfrm>
            <a:off x="1225867" y="1575435"/>
            <a:ext cx="9740265" cy="5016758"/>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600"/>
              <a:buFont typeface="Arial"/>
              <a:buAutoNum type="arabicPeriod"/>
            </a:pPr>
            <a:r>
              <a:rPr lang="en-US" sz="1600">
                <a:solidFill>
                  <a:schemeClr val="dk1"/>
                </a:solidFill>
                <a:latin typeface="Arial"/>
                <a:ea typeface="Arial"/>
                <a:cs typeface="Arial"/>
                <a:sym typeface="Arial"/>
              </a:rPr>
              <a:t>H. Byeon, "Towards Transparent Diabetes Prediction: Unveiling the Factors with Explainable AI," [Online]. Available: </a:t>
            </a:r>
            <a:r>
              <a:rPr lang="en-US" sz="1600" u="sng">
                <a:solidFill>
                  <a:schemeClr val="dk1"/>
                </a:solidFill>
                <a:latin typeface="Arial"/>
                <a:ea typeface="Arial"/>
                <a:cs typeface="Arial"/>
                <a:sym typeface="Arial"/>
                <a:hlinkClick r:id="rId3">
                  <a:extLst>
                    <a:ext uri="{A12FA001-AC4F-418D-AE19-62706E023703}">
                      <ahyp:hlinkClr val="tx"/>
                    </a:ext>
                  </a:extLst>
                </a:hlinkClick>
              </a:rPr>
              <a:t>https://www.researchgate.net/publication/380894283_Towards_Transparent_Diabetes_Prediction_Unveiling_the_Factors_with_Explainable_AI</a:t>
            </a:r>
            <a:r>
              <a:rPr lang="en-US" sz="1600">
                <a:solidFill>
                  <a:schemeClr val="dk1"/>
                </a:solidFill>
                <a:latin typeface="Arial"/>
                <a:ea typeface="Arial"/>
                <a:cs typeface="Arial"/>
                <a:sym typeface="Arial"/>
              </a:rPr>
              <a:t>. </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342900" lvl="0" marL="342900" marR="0" rtl="0" algn="l">
              <a:spcBef>
                <a:spcPts val="0"/>
              </a:spcBef>
              <a:spcAft>
                <a:spcPts val="0"/>
              </a:spcAft>
              <a:buClr>
                <a:schemeClr val="dk1"/>
              </a:buClr>
              <a:buSzPts val="1600"/>
              <a:buFont typeface="Arial"/>
              <a:buAutoNum type="arabicPeriod"/>
            </a:pPr>
            <a:r>
              <a:rPr lang="en-US" sz="1600">
                <a:solidFill>
                  <a:schemeClr val="dk1"/>
                </a:solidFill>
                <a:latin typeface="Arial"/>
                <a:ea typeface="Arial"/>
                <a:cs typeface="Arial"/>
                <a:sym typeface="Arial"/>
              </a:rPr>
              <a:t>M. T. Liu, M. D. Gibbons, S. A. Ghaffari, A. Q. Najeeb, and S. Q. Sami, "Scalable and accurate deep learning with electronic health records," </a:t>
            </a:r>
            <a:r>
              <a:rPr i="1" lang="en-US" sz="1600">
                <a:solidFill>
                  <a:schemeClr val="dk1"/>
                </a:solidFill>
                <a:latin typeface="Arial"/>
                <a:ea typeface="Arial"/>
                <a:cs typeface="Arial"/>
                <a:sym typeface="Arial"/>
              </a:rPr>
              <a:t>npj Digital Medicine</a:t>
            </a:r>
            <a:r>
              <a:rPr lang="en-US" sz="1600">
                <a:solidFill>
                  <a:schemeClr val="dk1"/>
                </a:solidFill>
                <a:latin typeface="Arial"/>
                <a:ea typeface="Arial"/>
                <a:cs typeface="Arial"/>
                <a:sym typeface="Arial"/>
              </a:rPr>
              <a:t>, vol. 1, no. 1, pp. 1-10, Feb. 2018. [Online]. Available: </a:t>
            </a:r>
            <a:r>
              <a:rPr lang="en-US" sz="1600" u="sng">
                <a:solidFill>
                  <a:schemeClr val="dk1"/>
                </a:solidFill>
                <a:latin typeface="Arial"/>
                <a:ea typeface="Arial"/>
                <a:cs typeface="Arial"/>
                <a:sym typeface="Arial"/>
                <a:hlinkClick r:id="rId4">
                  <a:extLst>
                    <a:ext uri="{A12FA001-AC4F-418D-AE19-62706E023703}">
                      <ahyp:hlinkClr val="tx"/>
                    </a:ext>
                  </a:extLst>
                </a:hlinkClick>
              </a:rPr>
              <a:t>https://www.nature.com/articles/s41746-018-0029-1</a:t>
            </a:r>
            <a:r>
              <a:rPr lang="en-US" sz="1600">
                <a:solidFill>
                  <a:schemeClr val="dk1"/>
                </a:solidFill>
                <a:latin typeface="Arial"/>
                <a:ea typeface="Arial"/>
                <a:cs typeface="Arial"/>
                <a:sym typeface="Arial"/>
              </a:rPr>
              <a:t>.</a:t>
            </a:r>
            <a:endParaRPr/>
          </a:p>
          <a:p>
            <a:pPr indent="-241300" lvl="0" marL="342900" marR="0" rtl="0" algn="l">
              <a:spcBef>
                <a:spcPts val="0"/>
              </a:spcBef>
              <a:spcAft>
                <a:spcPts val="0"/>
              </a:spcAft>
              <a:buClr>
                <a:schemeClr val="dk1"/>
              </a:buClr>
              <a:buSzPts val="1600"/>
              <a:buFont typeface="Arial"/>
              <a:buNone/>
            </a:pPr>
            <a:r>
              <a:t/>
            </a:r>
            <a:endParaRPr sz="1600">
              <a:solidFill>
                <a:schemeClr val="dk1"/>
              </a:solidFill>
              <a:latin typeface="Arial"/>
              <a:ea typeface="Arial"/>
              <a:cs typeface="Arial"/>
              <a:sym typeface="Arial"/>
            </a:endParaRPr>
          </a:p>
          <a:p>
            <a:pPr indent="-342900" lvl="0" marL="342900" marR="0" rtl="0" algn="l">
              <a:spcBef>
                <a:spcPts val="0"/>
              </a:spcBef>
              <a:spcAft>
                <a:spcPts val="0"/>
              </a:spcAft>
              <a:buClr>
                <a:schemeClr val="dk1"/>
              </a:buClr>
              <a:buSzPts val="1600"/>
              <a:buFont typeface="Arial"/>
              <a:buAutoNum type="arabicPeriod"/>
            </a:pPr>
            <a:r>
              <a:rPr lang="en-US" sz="1600">
                <a:solidFill>
                  <a:schemeClr val="dk1"/>
                </a:solidFill>
                <a:latin typeface="Arial"/>
                <a:ea typeface="Arial"/>
                <a:cs typeface="Arial"/>
                <a:sym typeface="Arial"/>
              </a:rPr>
              <a:t>M. T. Ribeiro, S. Singh, and C. Guestrin, "Metrics for Explainable AI: Challenges and Prospects," </a:t>
            </a:r>
            <a:r>
              <a:rPr i="1" lang="en-US" sz="1600">
                <a:solidFill>
                  <a:schemeClr val="dk1"/>
                </a:solidFill>
                <a:latin typeface="Arial"/>
                <a:ea typeface="Arial"/>
                <a:cs typeface="Arial"/>
                <a:sym typeface="Arial"/>
              </a:rPr>
              <a:t>arXiv preprint arXiv:1812.04608</a:t>
            </a:r>
            <a:r>
              <a:rPr lang="en-US" sz="1600">
                <a:solidFill>
                  <a:schemeClr val="dk1"/>
                </a:solidFill>
                <a:latin typeface="Arial"/>
                <a:ea typeface="Arial"/>
                <a:cs typeface="Arial"/>
                <a:sym typeface="Arial"/>
              </a:rPr>
              <a:t>, Dec. 2018. [Online]. Available: </a:t>
            </a:r>
            <a:r>
              <a:rPr lang="en-US" sz="1600" u="sng">
                <a:solidFill>
                  <a:schemeClr val="dk1"/>
                </a:solidFill>
                <a:latin typeface="Arial"/>
                <a:ea typeface="Arial"/>
                <a:cs typeface="Arial"/>
                <a:sym typeface="Arial"/>
                <a:hlinkClick r:id="rId5">
                  <a:extLst>
                    <a:ext uri="{A12FA001-AC4F-418D-AE19-62706E023703}">
                      <ahyp:hlinkClr val="tx"/>
                    </a:ext>
                  </a:extLst>
                </a:hlinkClick>
              </a:rPr>
              <a:t>https://arxiv.org/abs/1812.04608</a:t>
            </a:r>
            <a:r>
              <a:rPr lang="en-US" sz="1600">
                <a:solidFill>
                  <a:schemeClr val="dk1"/>
                </a:solidFill>
                <a:latin typeface="Arial"/>
                <a:ea typeface="Arial"/>
                <a:cs typeface="Arial"/>
                <a:sym typeface="Arial"/>
              </a:rPr>
              <a:t>.</a:t>
            </a:r>
            <a:endParaRPr/>
          </a:p>
          <a:p>
            <a:pPr indent="-241300" lvl="0" marL="342900" marR="0" rtl="0" algn="l">
              <a:spcBef>
                <a:spcPts val="0"/>
              </a:spcBef>
              <a:spcAft>
                <a:spcPts val="0"/>
              </a:spcAft>
              <a:buClr>
                <a:schemeClr val="dk1"/>
              </a:buClr>
              <a:buSzPts val="1600"/>
              <a:buFont typeface="Arial"/>
              <a:buNone/>
            </a:pPr>
            <a:r>
              <a:t/>
            </a:r>
            <a:endParaRPr sz="1600">
              <a:solidFill>
                <a:schemeClr val="dk1"/>
              </a:solidFill>
              <a:latin typeface="Arial"/>
              <a:ea typeface="Arial"/>
              <a:cs typeface="Arial"/>
              <a:sym typeface="Arial"/>
            </a:endParaRPr>
          </a:p>
          <a:p>
            <a:pPr indent="-342900" lvl="0" marL="342900" marR="0" rtl="0" algn="l">
              <a:spcBef>
                <a:spcPts val="0"/>
              </a:spcBef>
              <a:spcAft>
                <a:spcPts val="0"/>
              </a:spcAft>
              <a:buClr>
                <a:schemeClr val="dk1"/>
              </a:buClr>
              <a:buSzPts val="1600"/>
              <a:buFont typeface="Arial"/>
              <a:buAutoNum type="arabicPeriod"/>
            </a:pPr>
            <a:r>
              <a:rPr lang="en-US" sz="1600">
                <a:solidFill>
                  <a:schemeClr val="dk1"/>
                </a:solidFill>
                <a:latin typeface="Arial"/>
                <a:ea typeface="Arial"/>
                <a:cs typeface="Arial"/>
                <a:sym typeface="Arial"/>
              </a:rPr>
              <a:t>K. E. Toulis and J. Brown, "An Intelligent Approach for Diabetes Classification, Prediction, and Description," in </a:t>
            </a:r>
            <a:r>
              <a:rPr i="1" lang="en-US" sz="1600">
                <a:solidFill>
                  <a:schemeClr val="dk1"/>
                </a:solidFill>
                <a:latin typeface="Arial"/>
                <a:ea typeface="Arial"/>
                <a:cs typeface="Arial"/>
                <a:sym typeface="Arial"/>
              </a:rPr>
              <a:t>Machine Learning and Knowledge Discovery in Databases</a:t>
            </a:r>
            <a:r>
              <a:rPr lang="en-US" sz="1600">
                <a:solidFill>
                  <a:schemeClr val="dk1"/>
                </a:solidFill>
                <a:latin typeface="Arial"/>
                <a:ea typeface="Arial"/>
                <a:cs typeface="Arial"/>
                <a:sym typeface="Arial"/>
              </a:rPr>
              <a:t>, Springer, Cham, 2016, pp. 291-304. [Online]. Available: </a:t>
            </a:r>
            <a:r>
              <a:rPr lang="en-US" sz="1600" u="sng">
                <a:solidFill>
                  <a:schemeClr val="dk1"/>
                </a:solidFill>
                <a:latin typeface="Arial"/>
                <a:ea typeface="Arial"/>
                <a:cs typeface="Arial"/>
                <a:sym typeface="Arial"/>
                <a:hlinkClick r:id="rId6">
                  <a:extLst>
                    <a:ext uri="{A12FA001-AC4F-418D-AE19-62706E023703}">
                      <ahyp:hlinkClr val="tx"/>
                    </a:ext>
                  </a:extLst>
                </a:hlinkClick>
              </a:rPr>
              <a:t>https://link.springer.com/chapter/10.1007/978-3-319-28031-8_28</a:t>
            </a:r>
            <a:r>
              <a:rPr lang="en-US" sz="1600">
                <a:solidFill>
                  <a:schemeClr val="dk1"/>
                </a:solidFill>
                <a:latin typeface="Arial"/>
                <a:ea typeface="Arial"/>
                <a:cs typeface="Arial"/>
                <a:sym typeface="Arial"/>
              </a:rPr>
              <a:t>.</a:t>
            </a:r>
            <a:endParaRPr/>
          </a:p>
          <a:p>
            <a:pPr indent="-241300" lvl="0" marL="342900" marR="0" rtl="0" algn="l">
              <a:spcBef>
                <a:spcPts val="0"/>
              </a:spcBef>
              <a:spcAft>
                <a:spcPts val="0"/>
              </a:spcAft>
              <a:buClr>
                <a:schemeClr val="dk1"/>
              </a:buClr>
              <a:buSzPts val="1600"/>
              <a:buFont typeface="Arial"/>
              <a:buNone/>
            </a:pPr>
            <a:r>
              <a:t/>
            </a:r>
            <a:endParaRPr sz="1600">
              <a:solidFill>
                <a:schemeClr val="dk1"/>
              </a:solidFill>
              <a:latin typeface="Arial"/>
              <a:ea typeface="Arial"/>
              <a:cs typeface="Arial"/>
              <a:sym typeface="Arial"/>
            </a:endParaRPr>
          </a:p>
          <a:p>
            <a:pPr indent="-342900" lvl="0" marL="342900" marR="0" rtl="0" algn="l">
              <a:spcBef>
                <a:spcPts val="0"/>
              </a:spcBef>
              <a:spcAft>
                <a:spcPts val="0"/>
              </a:spcAft>
              <a:buClr>
                <a:schemeClr val="dk1"/>
              </a:buClr>
              <a:buSzPts val="1600"/>
              <a:buFont typeface="Arial"/>
              <a:buAutoNum type="arabicPeriod"/>
            </a:pPr>
            <a:r>
              <a:rPr lang="en-US" sz="1600">
                <a:solidFill>
                  <a:schemeClr val="dk1"/>
                </a:solidFill>
                <a:latin typeface="Arial"/>
                <a:ea typeface="Arial"/>
                <a:cs typeface="Arial"/>
                <a:sym typeface="Arial"/>
              </a:rPr>
              <a:t>D. M. Goodney et al., "Machine Learning Methods to Predict Diabetes Complications," </a:t>
            </a:r>
            <a:r>
              <a:rPr i="1" lang="en-US" sz="1600">
                <a:solidFill>
                  <a:schemeClr val="dk1"/>
                </a:solidFill>
                <a:latin typeface="Arial"/>
                <a:ea typeface="Arial"/>
                <a:cs typeface="Arial"/>
                <a:sym typeface="Arial"/>
              </a:rPr>
              <a:t>Diabetes Care</a:t>
            </a:r>
            <a:r>
              <a:rPr lang="en-US" sz="1600">
                <a:solidFill>
                  <a:schemeClr val="dk1"/>
                </a:solidFill>
                <a:latin typeface="Arial"/>
                <a:ea typeface="Arial"/>
                <a:cs typeface="Arial"/>
                <a:sym typeface="Arial"/>
              </a:rPr>
              <a:t>, vol. 40, no. 9, pp. 1165-1170, Sept. 2017. [Online]. Available: </a:t>
            </a:r>
            <a:r>
              <a:rPr lang="en-US" sz="1600" u="sng">
                <a:solidFill>
                  <a:schemeClr val="dk1"/>
                </a:solidFill>
                <a:latin typeface="Arial"/>
                <a:ea typeface="Arial"/>
                <a:cs typeface="Arial"/>
                <a:sym typeface="Arial"/>
                <a:hlinkClick r:id="rId7">
                  <a:extLst>
                    <a:ext uri="{A12FA001-AC4F-418D-AE19-62706E023703}">
                      <ahyp:hlinkClr val="tx"/>
                    </a:ext>
                  </a:extLst>
                </a:hlinkClick>
              </a:rPr>
              <a:t>https://pubmed.ncbi.nlm.nih.gov/28494618/</a:t>
            </a:r>
            <a:r>
              <a:rPr lang="en-US" sz="1600">
                <a:solidFill>
                  <a:schemeClr val="dk1"/>
                </a:solidFill>
                <a:latin typeface="Arial"/>
                <a:ea typeface="Arial"/>
                <a:cs typeface="Arial"/>
                <a:sym typeface="Arial"/>
              </a:rPr>
              <a:t>.</a:t>
            </a:r>
            <a:endParaRPr/>
          </a:p>
          <a:p>
            <a:pPr indent="-241300" lvl="0" marL="342900" marR="0" rtl="0" algn="l">
              <a:spcBef>
                <a:spcPts val="0"/>
              </a:spcBef>
              <a:spcAft>
                <a:spcPts val="0"/>
              </a:spcAft>
              <a:buClr>
                <a:schemeClr val="dk1"/>
              </a:buClr>
              <a:buSzPts val="1600"/>
              <a:buFont typeface="Arial"/>
              <a:buNone/>
            </a:pPr>
            <a:r>
              <a:t/>
            </a:r>
            <a:endParaRPr sz="1600">
              <a:solidFill>
                <a:schemeClr val="dk1"/>
              </a:solidFill>
              <a:latin typeface="Arial"/>
              <a:ea typeface="Arial"/>
              <a:cs typeface="Arial"/>
              <a:sym typeface="Arial"/>
            </a:endParaRPr>
          </a:p>
          <a:p>
            <a:pPr indent="-342900" lvl="0" marL="342900" marR="0" rtl="0" algn="l">
              <a:spcBef>
                <a:spcPts val="0"/>
              </a:spcBef>
              <a:spcAft>
                <a:spcPts val="0"/>
              </a:spcAft>
              <a:buClr>
                <a:schemeClr val="dk1"/>
              </a:buClr>
              <a:buSzPts val="1600"/>
              <a:buFont typeface="Arial"/>
              <a:buAutoNum type="arabicPeriod"/>
            </a:pPr>
            <a:r>
              <a:rPr lang="en-US" sz="1600">
                <a:solidFill>
                  <a:schemeClr val="dk1"/>
                </a:solidFill>
                <a:latin typeface="Arial"/>
                <a:ea typeface="Arial"/>
                <a:cs typeface="Arial"/>
                <a:sym typeface="Arial"/>
              </a:rPr>
              <a:t>A. Carletti, D. Poole, and S. Yuan, "Explainable AI for Medical Diagnosis: An Overview and Case Study," </a:t>
            </a:r>
            <a:r>
              <a:rPr i="1" lang="en-US" sz="1600">
                <a:solidFill>
                  <a:schemeClr val="dk1"/>
                </a:solidFill>
                <a:latin typeface="Arial"/>
                <a:ea typeface="Arial"/>
                <a:cs typeface="Arial"/>
                <a:sym typeface="Arial"/>
              </a:rPr>
              <a:t>arXiv preprint arXiv:2304.04780</a:t>
            </a:r>
            <a:r>
              <a:rPr lang="en-US" sz="1600">
                <a:solidFill>
                  <a:schemeClr val="dk1"/>
                </a:solidFill>
                <a:latin typeface="Arial"/>
                <a:ea typeface="Arial"/>
                <a:cs typeface="Arial"/>
                <a:sym typeface="Arial"/>
              </a:rPr>
              <a:t>, Apr. 2023. [Online]. Available: </a:t>
            </a:r>
            <a:r>
              <a:rPr lang="en-US" sz="1600" u="sng">
                <a:solidFill>
                  <a:schemeClr val="dk1"/>
                </a:solidFill>
                <a:latin typeface="Arial"/>
                <a:ea typeface="Arial"/>
                <a:cs typeface="Arial"/>
                <a:sym typeface="Arial"/>
                <a:hlinkClick r:id="rId8">
                  <a:extLst>
                    <a:ext uri="{A12FA001-AC4F-418D-AE19-62706E023703}">
                      <ahyp:hlinkClr val="tx"/>
                    </a:ext>
                  </a:extLst>
                </a:hlinkClick>
              </a:rPr>
              <a:t>https://arxiv.org/pdf/2304.04780</a:t>
            </a:r>
            <a:r>
              <a:rPr lang="en-US" sz="1600">
                <a:solidFill>
                  <a:schemeClr val="dk1"/>
                </a:solidFill>
                <a:latin typeface="Arial"/>
                <a:ea typeface="Arial"/>
                <a:cs typeface="Arial"/>
                <a:sym typeface="Arial"/>
              </a:rPr>
              <a:t>.</a:t>
            </a:r>
            <a:endParaRPr sz="1600">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5"/>
          <p:cNvSpPr txBox="1"/>
          <p:nvPr>
            <p:ph type="title"/>
          </p:nvPr>
        </p:nvSpPr>
        <p:spPr>
          <a:xfrm>
            <a:off x="841248" y="3163824"/>
            <a:ext cx="10515600" cy="2322576"/>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5400"/>
              <a:buFont typeface="Arial"/>
              <a:buNone/>
            </a:pPr>
            <a:r>
              <a:rPr lang="en-US"/>
              <a:t>THANK YOU</a:t>
            </a:r>
            <a:endParaRPr/>
          </a:p>
        </p:txBody>
      </p:sp>
      <p:pic>
        <p:nvPicPr>
          <p:cNvPr descr="Bacteria cultured in a petri dish for a laboratory or a scientific investigation" id="211" name="Google Shape;211;p15"/>
          <p:cNvPicPr preferRelativeResize="0"/>
          <p:nvPr>
            <p:ph idx="2" type="pic"/>
          </p:nvPr>
        </p:nvPicPr>
        <p:blipFill rotWithShape="1">
          <a:blip r:embed="rId3">
            <a:alphaModFix/>
          </a:blip>
          <a:srcRect b="0" l="74" r="73" t="0"/>
          <a:stretch/>
        </p:blipFill>
        <p:spPr>
          <a:xfrm>
            <a:off x="4953000" y="548640"/>
            <a:ext cx="2286000" cy="2286000"/>
          </a:xfrm>
          <a:prstGeom prst="ellipse">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ustom">
  <a:themeElements>
    <a:clrScheme name="Scientific Discovery">
      <a:dk1>
        <a:srgbClr val="000000"/>
      </a:dk1>
      <a:lt1>
        <a:srgbClr val="FFFFFF"/>
      </a:lt1>
      <a:dk2>
        <a:srgbClr val="44546A"/>
      </a:dk2>
      <a:lt2>
        <a:srgbClr val="E7E6E6"/>
      </a:lt2>
      <a:accent1>
        <a:srgbClr val="96D3ED"/>
      </a:accent1>
      <a:accent2>
        <a:srgbClr val="C7DBE1"/>
      </a:accent2>
      <a:accent3>
        <a:srgbClr val="688EBD"/>
      </a:accent3>
      <a:accent4>
        <a:srgbClr val="BCE5DD"/>
      </a:accent4>
      <a:accent5>
        <a:srgbClr val="66DDCC"/>
      </a:accent5>
      <a:accent6>
        <a:srgbClr val="E0CE61"/>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2024-08-13T07:52:26Z</dcterms:created>
  <dc:creator>Vibha Gautam</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